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7562088" cy="2540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B89650"/>
                </a:solidFill>
                <a:latin typeface="Georgia"/>
                <a:ea typeface="Georgia"/>
              </a:rPr>
              <a:t>Nose Design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6281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>
                <a:solidFill>
                  <a:srgbClr val="3C3732"/>
                </a:solidFill>
                <a:latin typeface="游ゴシック"/>
                <a:ea typeface="游ゴシック"/>
              </a:rPr>
              <a:t>鼻整形 解説ガイド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6281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6E665C"/>
                </a:solidFill>
                <a:latin typeface="游ゴシック"/>
                <a:ea typeface="游ゴシック"/>
              </a:rPr>
              <a:t>― お持ち帰り版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6281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3C3732"/>
                </a:solidFill>
                <a:latin typeface="游ゴシック"/>
                <a:ea typeface="游ゴシック"/>
              </a:rPr>
              <a:t>「どこを変えるか」より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3C3732"/>
                </a:solidFill>
                <a:latin typeface="游ゴシック"/>
                <a:ea typeface="游ゴシック"/>
              </a:rPr>
              <a:t>「どんな印象になりたいか」。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5394960"/>
            <a:ext cx="4087368" cy="32918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B89650"/>
                </a:solidFill>
                <a:latin typeface="游ゴシック"/>
                <a:ea typeface="游ゴシック"/>
              </a:rPr>
              <a:t>【A1 表紙ビジュアル】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9611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B89650"/>
                </a:solidFill>
                <a:latin typeface="游ゴシック"/>
                <a:ea typeface="游ゴシック"/>
              </a:rPr>
              <a:t>羽根 和秀 ｜ Zetith Beauty Clinic Fukuoka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はじめに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この冊子は、カウンセリングでお話しした内容を、ご自宅でゆっくり読み返していただくためのものです。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鼻整形は「どこを削るか」から考えると、かえって迷子になります。大切なのは どんな印象になりたいか。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本書は ①なりたい印象 → ②正面と横顔の設計 → ③そのための手術 の順で読み進められます。気になる章だけ拾い読みしても、最初から通して読んでも構いません。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75888"/>
            <a:ext cx="6281928" cy="3657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8"/>
            <a:ext cx="5733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游ゴシック"/>
                <a:ea typeface="游ゴシック"/>
              </a:rPr>
              <a:t>目次 ｜ 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6168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印象で考える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274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2744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正面のお悩みと解決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9320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9320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横顔のデザイン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5896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5896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印象別の仕上がり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247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247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顔全体・中顔面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1904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19048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手術の理解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55624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55624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安心情報（麻酔・DT・Q&amp;A）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92200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B89650"/>
                </a:solidFill>
                <a:latin typeface="Georgia"/>
                <a:ea typeface="Georg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92200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3C3732"/>
                </a:solidFill>
                <a:latin typeface="游ゴシック"/>
                <a:ea typeface="游ゴシック"/>
              </a:rPr>
              <a:t>当院について・ご予約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1. Impression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印象で考える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鼻整形で変わる3つの印象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最初に考えるのは「どこを変えるか」ではなく、どんな印象になりたいか。鼻の見え方は3つに分かれます。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155448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670048"/>
            <a:ext cx="472744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① 正面の印象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090672"/>
            <a:ext cx="4727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鼻先・小鼻・鼻の穴のバランスで「すっきり感」「可愛さ」が変わる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55448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② 横顔の印象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474720"/>
            <a:ext cx="472744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鼻筋・鼻先・鼻柱のラインでEラインや品のある横顔が決まる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58768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③ 顔全体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858768"/>
            <a:ext cx="4727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中顔面やおでこ・あごとの調和まで含めると自然に整う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7997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印象は「正面 × 横顔」で決まる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9145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なりたい印象は、正面の形 × 横顔のライン の掛け算で決まります。まず印象を決め、正面と横顔に分解して設計します。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04104"/>
            <a:ext cx="210312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印象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404104"/>
            <a:ext cx="417880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方向性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24728"/>
            <a:ext cx="2103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Baby &amp; Cute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5824728"/>
            <a:ext cx="41788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可愛い・多幸感・中顔面が短く見える／鼻先やや上向き・高さ控えめ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208776"/>
            <a:ext cx="210312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Elegant / 忘れ鼻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6208776"/>
            <a:ext cx="417880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自然・上品・バレない（当院の主力）／ストレートな鼻筋・鼻先90〜95°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592824"/>
            <a:ext cx="210312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Dramatic &amp; Glamorous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6592824"/>
            <a:ext cx="4178808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華やか・高さ・Eライン重視／高さしっかり・シャープ・複合施術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7269480"/>
            <a:ext cx="6281928" cy="182880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B89650"/>
                </a:solidFill>
                <a:latin typeface="游ゴシック"/>
                <a:ea typeface="游ゴシック"/>
              </a:rPr>
              <a:t>【A4 印象ポジショニングマップ】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2. Front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正面のお悩みと解決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毎日鏡で見る「正面」の悩みにも、ひとつずつ解決策があります。見える向きで3グループに整理します。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12848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A. 鼻先まわり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24328"/>
            <a:ext cx="173736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624328"/>
            <a:ext cx="23774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624328"/>
            <a:ext cx="216712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鼻先の丸み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044952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軟骨の広がり／皮下が厚い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44952"/>
            <a:ext cx="21671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鼻尖形成（軟骨を中央に寄せる）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173736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団子鼻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429000"/>
            <a:ext cx="23774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軟骨の広がり＋皮膚の厚み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429000"/>
            <a:ext cx="216712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鼻尖形成＋軟骨移植＋ストラット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13048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矢印鼻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813048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鼻先の下垂／鼻柱が目立つ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813048"/>
            <a:ext cx="21671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鼻中隔延長・鼻尖形成で向き調整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3425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B. 小鼻・鼻の穴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45736"/>
            <a:ext cx="173736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745736"/>
            <a:ext cx="23774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745736"/>
            <a:ext cx="216712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66360"/>
            <a:ext cx="173736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小鼻の広がり
（笑った時）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5166360"/>
            <a:ext cx="237744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小鼻の横幅／鼻翼が動く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5166360"/>
            <a:ext cx="2167128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小鼻縮小／鼻孔縁挙上／笑った時はボトックスも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05856"/>
            <a:ext cx="173736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鼻の穴の見え方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705856"/>
            <a:ext cx="23774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鼻先が上向き／鼻柱の高さ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5705856"/>
            <a:ext cx="216712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鼻中隔延長／鼻孔縁挙上・下降／鼻柱形成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2706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C. 鼻筋・全体・バランス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638544"/>
            <a:ext cx="173736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お悩み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6638544"/>
            <a:ext cx="23774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原因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6638544"/>
            <a:ext cx="216712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解決アプローチ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7059168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鼻筋が太い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7059168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鼻骨の幅が広い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7059168"/>
            <a:ext cx="21671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骨切り幅寄せ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7443216"/>
            <a:ext cx="173736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鼻の存在感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7443216"/>
            <a:ext cx="23774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大きさ・高さ・幅の総合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7443216"/>
            <a:ext cx="216712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縮小系＋中顔面短縮＋全体バランス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7827264"/>
            <a:ext cx="173736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左右差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7827264"/>
            <a:ext cx="237744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鼻骨・軟骨・小鼻の非対称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7827264"/>
            <a:ext cx="2167128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診断のうえ調整※完全な対称は難しいことも正直に説明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8503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E665C"/>
                </a:solidFill>
                <a:latin typeface="游ゴシック"/>
                <a:ea typeface="游ゴシック"/>
              </a:rPr>
              <a:t>※静止時の幅と笑った時の動きは別アプローチ。鼻の穴は「正面＋下から」の両方で見て設計します。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3.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横顔のデザイン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横顔のライン3タイプ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横顔は「鼻筋のライン形状」で決まります。好みと顔立ちの相性で選びます。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19202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タイプ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404872"/>
            <a:ext cx="436168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特徴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① ストレート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825496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鼻根〜鼻先まで直線的。クール・知的・整形感ゼロ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19202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② ラウンド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209544"/>
            <a:ext cx="436168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鼻背に緩やかな曲線。柔らかい・女性らしい・華やか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93592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③ 半ラウンド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593592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中間のさりげない曲線。自然な女性らしさ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6281928" cy="192024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B89650"/>
                </a:solidFill>
                <a:latin typeface="游ゴシック"/>
                <a:ea typeface="游ゴシック"/>
              </a:rPr>
              <a:t>【A6 横顔のライン3タイプ】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鼻先の角度（鼻唇角）は別ダイヤル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8368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鼻筋のライン形状と鼻先の角度は別々に調整できます。90〜95°＝上品・ナチュラル／100〜110°＝可愛い・中顔面が短く見える。同じ「ストレート」でも角度で印象が変わります。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746150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横顔の完成度：おでこ・鼻・あご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787298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横顔は鼻だけでなく「3点」で見ると完成度が上がります。おでこ＝丸みがあると鼻筋が引き立つ／鼻＝Eラインの中心／あご＝軽く前に出ると口元が引っ込み洗練される。必要に応じヒアルロン酸やプロテーゼでおでこ・あごを整えると調和が高まり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4.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印象別の仕上がり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各印象を「正面の処方 × 横顔の処方」で具体化します。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20824"/>
            <a:ext cx="62819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Baby &amp; Cute ― あざと可愛い・中顔面短縮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正面：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69464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丸みを少し残しつつ団子感を取る＋小鼻すっきり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53512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横顔：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53512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半ラウンド or ストレート＋鼻先やや上向き／高さ控えめ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9242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E665C"/>
                </a:solidFill>
                <a:latin typeface="游ゴシック"/>
                <a:ea typeface="游ゴシック"/>
              </a:rPr>
              <a:t>向いている方：可愛い印象・小顔に。クローズド法で対応しやすい。 #多幸感 #小顔効果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78224"/>
            <a:ext cx="62819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Elegant / 忘れ鼻 ― 自然すぎて気づかれない（主力）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2686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正面：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26864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鼻先を自然にすっきり（やりすぎない）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10912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横顔：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10912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ストレート＋鼻先90〜95°／高さは自然に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982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E665C"/>
                </a:solidFill>
                <a:latin typeface="游ゴシック"/>
                <a:ea typeface="游ゴシック"/>
              </a:rPr>
              <a:t>向いている方：バレたくない・自然に綺麗に。羽根先生が特に得意。 #忘れ鼻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135624"/>
            <a:ext cx="628192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27278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Dramatic &amp; Glamorous ― 主役級・Eライン完成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68426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正面：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684264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鼻先しっかりシャープ＋小鼻縮小＋骨切り幅寄せ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7068312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89650"/>
                </a:solidFill>
                <a:latin typeface="游ゴシック"/>
                <a:ea typeface="游ゴシック"/>
              </a:rPr>
              <a:t>横顔：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7068312"/>
            <a:ext cx="5138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C3732"/>
                </a:solidFill>
                <a:latin typeface="游ゴシック"/>
                <a:ea typeface="游ゴシック"/>
              </a:rPr>
              <a:t>ラウンド or 高めストレート＋Eライン／高さ強め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7507224"/>
            <a:ext cx="5824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E665C"/>
                </a:solidFill>
                <a:latin typeface="游ゴシック"/>
                <a:ea typeface="游ゴシック"/>
              </a:rPr>
              <a:t>向いている方：大きな変化・華やかさ。複合施術が多い。 #ハーフ顔 #Eライン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5. Midface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顔全体・中顔面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中顔面とは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「小顔に見せたい」「可愛く見せたい」という希望に、鼻整形が大きく関わる理由です。顔は3つのゾーンに分かれます。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73736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ゾーン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697480"/>
            <a:ext cx="454456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場所と印象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18104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上顔面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118104"/>
            <a:ext cx="45445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眉〜目の下。眉や目の形が印象を決める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02152"/>
            <a:ext cx="173736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中顔面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502152"/>
            <a:ext cx="454456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目の下〜鼻の底。ここが短く見えると「可愛い・小顔」な印象に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下顔面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886200"/>
            <a:ext cx="454456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口元〜あご。輪郭やEラインの完成度を左右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「中顔面を短く見せたい」というご相談はとても多いです。鼻先の向きや高さを少し変えるだけでも、顔全体の印象は驚くほど変わります。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65776"/>
            <a:ext cx="6281928" cy="274320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B89650"/>
                </a:solidFill>
                <a:latin typeface="游ゴシック"/>
                <a:ea typeface="游ゴシック"/>
              </a:rPr>
              <a:t>【A8 顔の3ゾーン図】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6.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手術の理解 （1/2）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鼻のどこを変えると、どの印象が変わる？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9202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部位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057400"/>
            <a:ext cx="436168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役割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78024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鼻根（びこん）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478024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眉間〜鼻の始まり。プロテーゼで高さを作る起点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19202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鼻背（びはい）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862072"/>
            <a:ext cx="436168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いわゆる鼻筋。正面・横顔のすっきり感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鼻尖（びせん）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246120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鼻先。形・細さ・向き＝印象の核心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30168"/>
            <a:ext cx="19202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鼻柱（コルメラ）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630168"/>
            <a:ext cx="436168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鼻の穴の間の柱。穴の見え方・鼻唇角に関わる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14216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小鼻（鼻翼）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014216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横への広がり・正面の存在感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3542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鼻先の手術：3つの違い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4690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鼻尖形成＝形を整える／ストラット＝支える柱を作る（高さ・向き・安定感）／鼻中隔延長＝向き・長さを大きく変える（変化量大・材料選びが重要）。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05272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アプローチ：クローズド法 vs オープン法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016752"/>
            <a:ext cx="155448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6016752"/>
            <a:ext cx="23774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クローズド法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016752"/>
            <a:ext cx="235000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オープン法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37376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外側の傷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6437376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なし（内側のみ）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6437376"/>
            <a:ext cx="2350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鼻柱に小さな傷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821424"/>
            <a:ext cx="155448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ダウンタイム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6821424"/>
            <a:ext cx="23774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5〜7日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6821424"/>
            <a:ext cx="235000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7〜10日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7205472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適応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7205472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多くの鼻整形に対応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7205472"/>
            <a:ext cx="235000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複雑な修正に強い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72668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665C"/>
                </a:solidFill>
                <a:latin typeface="游ゴシック"/>
                <a:ea typeface="游ゴシック"/>
              </a:rPr>
              <a:t>羽根先生は、外側に傷が残りにくくバレにくさを重視する方に相性の良いクローズド法を専門としています。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6.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手術の理解 （2/2）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素材：プロテーゼ vs 自家組織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201168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素材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057400"/>
            <a:ext cx="427024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特徴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78024"/>
            <a:ext cx="201168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プロテーゼ
(シリコン/ePTFE)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478024"/>
            <a:ext cx="4270248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高さが安定・微調整しやすい・採取不要／異物への抵抗・まれな感染や位置ずれ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2011680" cy="539496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自家組織
(耳軟骨など)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017520"/>
            <a:ext cx="4270248" cy="539496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感染リスクが低い・自然な感触／採取量に限り(高さ1〜3mm目安)・少量の吸収も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9417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整理すると：鼻先は「軟骨」で作り、鼻筋の高さは「プロテーゼ or 自家組織」で作る、と考えると分かりやすいです。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肋軟骨が必要になるケース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6402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3732"/>
                </a:solidFill>
                <a:latin typeface="游ゴシック"/>
                <a:ea typeface="游ゴシック"/>
              </a:rPr>
              <a:t>全員に必要ではありません。鼻先の大幅な延長／鼻中隔延長に大量の軟骨／他院修正で耳軟骨が使えない／拘縮鼻の根本改善のとき。感染リスクが低く大量に採れるが全身麻酔が必要。傷は胸の側面2〜3cm（下着や水着で隠れる位置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013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正面・横顔をさらに整える手術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071616"/>
            <a:ext cx="192024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術式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6071616"/>
            <a:ext cx="436168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92240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骨切り幅寄せ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6492240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鼻骨を切って幅を狭く。正面の太さが気になる方に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876288"/>
            <a:ext cx="19202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小鼻縮小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6876288"/>
            <a:ext cx="436168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小鼻の広がり・横幅を整える。正面のすっきり感に直結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7260336"/>
            <a:ext cx="1920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貴族手術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7260336"/>
            <a:ext cx="4361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鼻翼基部にボリューム。横顔に奥行きと品格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7644384"/>
            <a:ext cx="192024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鼻孔縁挙上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7644384"/>
            <a:ext cx="436168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鼻孔縁を上げ、鼻の穴の見え方やバランスを整える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7.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安心情報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麻酔について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82880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麻酔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057400"/>
            <a:ext cx="445312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</a:rP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78024"/>
            <a:ext cx="1828800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静脈麻酔
(点滴で眠る)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478024"/>
            <a:ext cx="4453128" cy="539496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ほとんどの鼻整形。眠っている間に手術。痛みを感じにくく回復が早い(1〜2時間)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828800" cy="539496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C3732"/>
                </a:solidFill>
                <a:latin typeface="游ゴシック"/>
                <a:ea typeface="游ゴシック"/>
              </a:rPr>
              <a:t>全身麻酔
(気管挿管)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017520"/>
            <a:ext cx="4453128" cy="539496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C3732"/>
                </a:solidFill>
                <a:latin typeface="游ゴシック"/>
                <a:ea typeface="游ゴシック"/>
              </a:rPr>
              <a:t>肋軟骨を使う手術など。完全に意識がなく複数部位向き。回復にやや時間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9417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ダウンタイムのリアル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05656"/>
            <a:ext cx="1554480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  <a:ea typeface="游ゴシック"/>
              </a:rPr>
              <a:t>時期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4105656"/>
            <a:ext cx="4727448" cy="420624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游ゴシック"/>
                <a:ea typeface="游ゴシック"/>
              </a:rPr>
              <a:t>様子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26280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C3732"/>
                </a:solidFill>
                <a:latin typeface="游ゴシック"/>
                <a:ea typeface="游ゴシック"/>
              </a:rPr>
              <a:t>当日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526280"/>
            <a:ext cx="4727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>
                <a:solidFill>
                  <a:srgbClr val="3C3732"/>
                </a:solidFill>
                <a:latin typeface="游ゴシック"/>
                <a:ea typeface="游ゴシック"/>
              </a:rPr>
              <a:t>圧迫・固定／出血に注意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10328"/>
            <a:ext cx="155448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C3732"/>
                </a:solidFill>
                <a:latin typeface="游ゴシック"/>
                <a:ea typeface="游ゴシック"/>
              </a:rPr>
              <a:t>1〜3日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910328"/>
            <a:ext cx="472744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>
                <a:solidFill>
                  <a:srgbClr val="3C3732"/>
                </a:solidFill>
                <a:latin typeface="游ゴシック"/>
                <a:ea typeface="游ゴシック"/>
              </a:rPr>
              <a:t>腫れ・むくみのピーク／軽い内出血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94376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C3732"/>
                </a:solidFill>
                <a:latin typeface="游ゴシック"/>
                <a:ea typeface="游ゴシック"/>
              </a:rPr>
              <a:t>7日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5294376"/>
            <a:ext cx="4727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>
                <a:solidFill>
                  <a:srgbClr val="3C3732"/>
                </a:solidFill>
                <a:latin typeface="游ゴシック"/>
                <a:ea typeface="游ゴシック"/>
              </a:rPr>
              <a:t>ギプス除去／抜糸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678424"/>
            <a:ext cx="1554480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C3732"/>
                </a:solidFill>
                <a:latin typeface="游ゴシック"/>
                <a:ea typeface="游ゴシック"/>
              </a:rPr>
              <a:t>2週間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678424"/>
            <a:ext cx="4727448" cy="384048"/>
          </a:xfrm>
          <a:prstGeom prst="rect">
            <a:avLst/>
          </a:prstGeom>
          <a:solidFill>
            <a:srgbClr val="F5EFE3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>
                <a:solidFill>
                  <a:srgbClr val="3C3732"/>
                </a:solidFill>
                <a:latin typeface="游ゴシック"/>
                <a:ea typeface="游ゴシック"/>
              </a:rPr>
              <a:t>かなり自然／マスクなしでも過ごしやすい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62472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C3732"/>
                </a:solidFill>
                <a:latin typeface="游ゴシック"/>
                <a:ea typeface="游ゴシック"/>
              </a:rPr>
              <a:t>1〜3か月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6062472"/>
            <a:ext cx="4727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7D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/>
          <a:lstStyle/>
          <a:p>
            <a:pPr algn="ctr">
              <a:lnSpc>
                <a:spcPct val="105000"/>
              </a:lnSpc>
            </a:pPr>
            <a:r>
              <a:rPr sz="1000">
                <a:solidFill>
                  <a:srgbClr val="3C3732"/>
                </a:solidFill>
                <a:latin typeface="游ゴシック"/>
                <a:ea typeface="游ゴシック"/>
              </a:rPr>
              <a:t>硬さ・むくみが引き完成形へ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8368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E665C"/>
                </a:solidFill>
                <a:latin typeface="游ゴシック"/>
                <a:ea typeface="游ゴシック"/>
              </a:rPr>
              <a:t>仕事復帰の目安は3〜7日程度。大切な予定がある方は2〜3週間空けると安心です。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700430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よくある質問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741578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9650"/>
                </a:solidFill>
                <a:latin typeface="游ゴシック"/>
                <a:ea typeface="游ゴシック"/>
              </a:rPr>
              <a:t>Q. バレますか？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767181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A. 大きく変えすぎなければ自然。2週間以降はかなりなじむ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80010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9650"/>
                </a:solidFill>
                <a:latin typeface="游ゴシック"/>
                <a:ea typeface="游ゴシック"/>
              </a:rPr>
              <a:t>Q. 痛いですか？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8257032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A. 術中は麻酔で痛みを感じにくく、術後は痛み止めでコントロール可能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858621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9650"/>
                </a:solidFill>
                <a:latin typeface="游ゴシック"/>
                <a:ea typeface="游ゴシック"/>
              </a:rPr>
              <a:t>Q. プロテーゼは怖くない？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8842248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A. 適応を守れば安全性は高い。不安が強い方には自家組織も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9171432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89650"/>
                </a:solidFill>
                <a:latin typeface="游ゴシック"/>
                <a:ea typeface="游ゴシック"/>
              </a:rPr>
              <a:t>Q. 他院修正できますか？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942746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A. 可能。組織の状態を見て必要なら肋軟骨まで含めて検討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2321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1928" y="10232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E665C"/>
                </a:solidFill>
                <a:latin typeface="Georgia"/>
                <a:ea typeface="Georgi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89650"/>
                </a:solidFill>
                <a:latin typeface="Georgia"/>
                <a:ea typeface="Georgia"/>
              </a:rPr>
              <a:t>8.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6281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3C3732"/>
                </a:solidFill>
                <a:latin typeface="游ゴシック"/>
                <a:ea typeface="游ゴシック"/>
              </a:rPr>
              <a:t>当院について・ご予約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68680" cy="19050"/>
          </a:xfrm>
          <a:prstGeom prst="rect">
            <a:avLst/>
          </a:prstGeom>
          <a:solidFill>
            <a:srgbClr val="B89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B89650"/>
                </a:solidFill>
                <a:latin typeface="游ゴシック"/>
                <a:ea typeface="游ゴシック"/>
              </a:rPr>
              <a:t>■ 羽根先生の強み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9650"/>
                </a:solidFill>
                <a:latin typeface="游ゴシック"/>
                <a:ea typeface="游ゴシック"/>
              </a:rPr>
              <a:t>◆ クローズド法のスペシャリスト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  外側に傷を残さない。ダウンタイムが短く自然な仕上がり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6090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9650"/>
                </a:solidFill>
                <a:latin typeface="游ゴシック"/>
                <a:ea typeface="游ゴシック"/>
              </a:rPr>
              <a:t>◆ 顔全体のデザイン設計力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16936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  顔全体のバランスを見て設計。「整形した感」が出ない自然さ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64408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9650"/>
                </a:solidFill>
                <a:latin typeface="游ゴシック"/>
                <a:ea typeface="游ゴシック"/>
              </a:rPr>
              <a:t>◆ 正直なカウンセリング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  「しないほうがいい」も伝える。リスクと代替案を丁寧に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B89650"/>
                </a:solidFill>
                <a:latin typeface="游ゴシック"/>
                <a:ea typeface="游ゴシック"/>
              </a:rPr>
              <a:t>◆ 他院修正・拘縮鼻対応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23944"/>
            <a:ext cx="6281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  状態を正確に診断し、できること・できないことを正直に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62856"/>
            <a:ext cx="6281928" cy="1371600"/>
          </a:xfrm>
          <a:prstGeom prst="roundRect">
            <a:avLst/>
          </a:prstGeom>
          <a:solidFill>
            <a:srgbClr val="E7D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91456"/>
            <a:ext cx="573328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3C3732"/>
                </a:solidFill>
                <a:latin typeface="游ゴシック"/>
                <a:ea typeface="游ゴシック"/>
              </a:rPr>
              <a:t>決めるためではなく、納得するためのカウンセリングです。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3C3732"/>
                </a:solidFill>
                <a:latin typeface="游ゴシック"/>
                <a:ea typeface="游ゴシック"/>
              </a:rPr>
              <a:t>迷っていること、不安なこと、「こんなこと聞いていいのかな」まで、全部そのままご相談ください。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630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B89650"/>
                </a:solidFill>
                <a:latin typeface="游ゴシック"/>
                <a:ea typeface="游ゴシック"/>
              </a:rPr>
              <a:t>羽根 和秀 ｜ Zetith Beauty Clinic Fukuoka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74536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ご予約・ご相談はこちら →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C3732"/>
                </a:solidFill>
                <a:latin typeface="游ゴシック"/>
                <a:ea typeface="游ゴシック"/>
              </a:rPr>
              <a:t>HPのAIチャット「悩みから探す」もご利用ください。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6088" y="6163056"/>
            <a:ext cx="1645920" cy="1645920"/>
          </a:xfrm>
          <a:prstGeom prst="roundRect">
            <a:avLst/>
          </a:prstGeom>
          <a:solidFill>
            <a:srgbClr val="F1EADD"/>
          </a:solidFill>
          <a:ln w="12700">
            <a:solidFill>
              <a:srgbClr val="CFBC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B89650"/>
                </a:solidFill>
                <a:latin typeface="游ゴシック"/>
                <a:ea typeface="游ゴシック"/>
              </a:rPr>
              <a:t>【予約QR】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9976104"/>
            <a:ext cx="6281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E665C"/>
                </a:solidFill>
                <a:latin typeface="游ゴシック"/>
                <a:ea typeface="游ゴシック"/>
              </a:rPr>
              <a:t>鼻整形 解説ガイド お持ち帰り版  v1.0 /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