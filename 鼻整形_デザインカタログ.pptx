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2041026" y="2240280"/>
            <a:ext cx="3480797" cy="3200400"/>
          </a:xfrm>
          <a:prstGeom prst="roundRect">
            <a:avLst>
              <a:gd name="adj" fmla="val 4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写真枠 10"/>
          <p:cNvSpPr>
            <a:spLocks noGrp="1"/>
          </p:cNvSpPr>
          <p:nvPr>
            <p:ph type="pic" idx="10"/>
          </p:nvPr>
        </p:nvSpPr>
        <p:spPr>
          <a:xfrm>
            <a:off x="841248" y="8339327"/>
            <a:ext cx="914400" cy="914400"/>
          </a:xfrm>
          <a:prstGeom prst="roundRect">
            <a:avLst>
              <a:gd name="adj" fmla="val 2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74519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　→　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 Before/After を1枚にした画像を挿入（自動で枠いっぱいに配置）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92811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▶ QRを挿入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56974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@zetith_hane／院内・カウンセリングにてご確認ください。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