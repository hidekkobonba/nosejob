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写真枠 10"/>
          <p:cNvSpPr>
            <a:spLocks noGrp="1"/>
          </p:cNvSpPr>
          <p:nvPr>
            <p:ph type="pic" idx="10"/>
          </p:nvPr>
        </p:nvSpPr>
        <p:spPr>
          <a:xfrm>
            <a:off x="2158365" y="2194560"/>
            <a:ext cx="3246120" cy="3246120"/>
          </a:xfrm>
          <a:prstGeom prst="roundRect">
            <a:avLst>
              <a:gd name="adj" fmla="val 5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写真枠 10"/>
          <p:cNvSpPr>
            <a:spLocks noGrp="1"/>
          </p:cNvSpPr>
          <p:nvPr>
            <p:ph type="pic" idx="10"/>
          </p:nvPr>
        </p:nvSpPr>
        <p:spPr>
          <a:xfrm>
            <a:off x="841248" y="8339327"/>
            <a:ext cx="914400" cy="914400"/>
          </a:xfrm>
          <a:prstGeom prst="roundRect">
            <a:avLst>
              <a:gd name="adj" fmla="val 2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お悩みからでも、なりたい印象からでも引ける、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の症例を「お悩み（部位）」で章立てし、各症例にはその仕上がりに最も近い「印象」を1つ表示しています。次ページの印象の説明と、巻頭の“印象×お悩みマトリクス”から、どちらの探し方でもご自身に近い症例に辿り着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印象（3タイプ）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可愛い ／ 忘れ鼻・大人 ／ 華やか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お悩み（5部位）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鼻先 ／ 鼻筋・鼻背 ／ 小鼻・鼻の穴 ／ 全体・横顔 ／ 専門・修正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634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お悩み・印象タグ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部位＋なりたい印象（複数可）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主役の角度を大きく＋必要に応じサブ角度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通常料金＋月々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税込・通常料金とローン例（モニターは別途案内）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1425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7863840"/>
            <a:ext cx="6428994" cy="17373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804672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841248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・鼻整形は自由診療（保険適用外）です。各症例に通常料金（税込）とリスクを記載しています。
・モニター価格・最新料金は院内／カウンセリングでご案内します（本資料には割引額を掲載していません）。
・本資料は手術を保証・推奨するものではなく、判断はカウンセリングで一緒に行います。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ABOUT 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3つの印象とは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当院は「どこを変えるか」より「どんな印象になりたいか」から設計します。下の3つが、なりたい雰囲気の方向性です。各症例には、その仕上がりに最も近い印象を1つだけ表示しています。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97480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898648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685032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丸み・短さ・アップノーズ・あざと可愛い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9592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やわらかく親しみやすい印象にしたい方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鼻先に丸みを残し、中顔面を短く、小鼻を上げて“あざと可愛い”バランスに。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864608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864608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065776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52297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85216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まっすぐ・自然な高さ・やりすぎない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616305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整形と気づかれず、横顔に品を出したい方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455664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余計な凹凸だけを整え、自然なストレートラインで“バレない”自然さに。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7031736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7031736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7232904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769010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801928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高さ・シャープ・Eライン・主役級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833018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しっかり変化させて華やかにしたい方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8622792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鼻筋に高さ、鼻先をシャープに、Eラインまで設計して主役級の横顔に。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8823960"/>
            <a:ext cx="6428994" cy="777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8951976"/>
            <a:ext cx="5788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ポイント　</a:t>
            </a: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同じお悩みでも、可愛い〜華やかまで“方向”を選べます。各症例の印象は、その方の仕上がりの一例です。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デザインカタログ｜3つの印象とは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印象 × お悩み 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縦＝お悩み（部位順）、横＝なりたい印象。各症例の印象は1つで、その列にページ番号が入ります。お悩みからでも印象からでも引けます。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946"/>
                <a:gridCol w="964349"/>
                <a:gridCol w="964349"/>
                <a:gridCol w="964349"/>
              </a:tblGrid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お悩み（部位）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［鼻先］団子鼻の解消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［鼻先］鼻先が低い・小さい（鼻先を出す）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［鼻先］魔女鼻・垂れ鼻（下向きを整える）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［鼻先］鼻先の溝・凹凸の解消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P8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［鼻筋・鼻背］鼻筋が低い（隆鼻）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［鼻筋・鼻背］鷲鼻・ハンプの解消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［鼻筋・鼻背］斜鼻・鼻筋の曲がり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P12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［鼻筋・鼻背］鼻筋・鼻骨の幅が広い（骨切り幅寄せ）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P13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［小鼻・鼻の穴］小鼻が大きい・広い（小鼻縮小）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［小鼻・鼻の穴］鼻翼が下がっている（ACR）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［小鼻・鼻の穴］鼻の穴が目立つ・左右差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［全体・横顔］中顔面が長い（中顔面短縮）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P19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［全体・横顔］短鼻・豚鼻（鼻を下ろす）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［全体・横顔］鼻の付け根が低い・Eライン（貴族手術）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［専門・修正］拘縮鼻の修正（肋軟骨）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P23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［専門・修正］他院修正・外傷後の変形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P24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デザインカタログ｜印象 × お悩み 目次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NOSE TIP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お悩み：鼻先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団子鼻・低い・向き・凹凸——鼻先の印象を決めるお悩み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丸い鼻先を引き締め、可愛い〜華やかへ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低い鼻先に高さと方向を出す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下を向いた鼻先を自然に引き上げる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鼻先の溝・割れ・凹凸をなめらかに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NOSE TIP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鼻翼から鼻先まで引き締め、丸みを残すか・シャープにするかで印象を作る。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丸い鼻先を整えるだけで顔の印象が大きく変わります。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01｜団子鼻の解消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鼻先に高さと方向を作り、のっぺり感を解消して立体的に。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鼻先が出るだけで横顔が引き締まります。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02｜鼻先が低い・小さい（鼻先を出す）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下に向いた鼻先を引き上げ、やわらかく自然な向きへ。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下向きの鼻先が上がると若々しい印象に。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03｜魔女鼻・垂れ鼻（下向きを整える）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鼻先の溝や凹凸をならし、なめらかで写真映えする鼻先に。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光の当たる鼻先の凹凸をならすと印象が整います。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04｜鼻先の溝・凹凸の解消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お悩み：鼻筋・鼻背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低い・鷲鼻・曲がり・幅広——鼻筋のお悩み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鼻筋に自然な高さとラインを出す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鼻筋の出っ張りを削ってまっすぐに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曲がった鼻筋をまっすぐ整える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広がった鼻骨を寄せて細い鼻筋に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BRIDGE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鼻筋に自然な高さとまっすぐなラインを。やりすぎず横顔の品格を。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プロテーゼ（シリコン）／ご希望で自家組織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鼻筋が通るだけで正面も横顔も洗練されます。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05｜鼻筋が低い（隆鼻）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40代／横顔：ストレート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鼻筋の出っ張りを削り、まっすぐ上品な横顔へ。下げて可愛くも。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横顔の引っかかりが消えると品が出ます。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06｜鷲鼻・ハンプの解消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曲がった鼻筋をまっすぐに。見た目と通りの両面から整える。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鼻骨骨切り＋（必要に応じ）鼻中隔矯正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自家組織／必要に応じプロテーゼ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・完全な左右対称・直線化は保証できません
・後戻り・追加矯正が必要な場合があります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長年の鼻筋の曲がりが整いました。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07｜斜鼻・鼻筋の曲がり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広がった鼻骨を内側に寄せ、すっきり細い鼻筋に。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鼻骨骨切り（幅寄せ）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（必要に応じ）プロテーゼ・自家組織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正面の鼻筋が細くなって小顔見えします。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08｜鼻筋・鼻骨の幅が広い（骨切り幅寄せ）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NOSTRILS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お悩み：小鼻・鼻の穴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小鼻・鼻翼・鼻の穴の見え方のお悩み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小鼻の広がりを自然に抑える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鼻翼を上げてあざと可愛い正面に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鼻の穴の見え方・左右差を整える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デザインカタログ｜NOSTRILS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30代／横顔：半ラウンド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小鼻の広がりだけを抑え、印象を壊さない引き算の設計。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小さくしすぎず、正面の余白だけ整えました。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09｜小鼻が大きい・広い（小鼻縮小）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20代／横顔：半ラウンド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正面の印象があざと可愛くなる繊細な調整です。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10｜鼻翼が下がっている（ACR）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正面・下からの鼻の穴の見え方と左右差を整える。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鼻尖形成＋小鼻・鼻柱の調整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・腫れ、内出血、痛み、左右差の可能性
・完全な左右対称は保証できません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正面から鼻の穴が見えにくくなりました。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11｜鼻の穴が目立つ・左右差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お悩み：全体・横顔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鼻の長さ・向き・Eライン——全体バランスのお悩み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鼻の長さを調整して小顔印象に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上向きの鼻先を下ろして整える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付け根を起こしてEラインを作る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鼻の長さが変わるだけで顔が小さく見えます。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12｜中顔面が長い（中顔面短縮）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13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上向きの鼻先を自然に下ろし、向きと高さを整える。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・延長量により後戻り・知覚の鈍さの可能性
・効果に個人差があり、修正が必要な場合があります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上向きの鼻が下りて横顔が一段上がりました。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13｜短鼻・豚鼻（鼻を下ろす）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14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鼻の付け根を起こし、横顔の表現力（Eライン）を演出。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付け根を起こすとEラインと立体感が出ます。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14｜鼻の付け根が低い・Eライン（貴族手術）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お悩み：専門・修正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拘縮・他院修正・外傷——専門的な修正のお悩み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拘縮した鼻を肋軟骨で作り直す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他院修正・外傷後の変形に対応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15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拘縮した鼻を肋軟骨で土台から作り直し、立体感を取り戻す。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難しい拘縮も肋軟骨でしっかり作り直せます。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15｜拘縮鼻の修正（肋軟骨）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16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—／横顔：—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6428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明朝"/>
                <a:ea typeface="游明朝"/>
              </a:rPr>
              <a:t>Before  →  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枠をクリックして、Before/After を1枚にした画像を挿入（自動で枠いっぱいに配置されます）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他院の結果や外傷後の変形を、状態に合わせて設計し直す。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他院修正（状態により術式選択）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自家組織（耳介・鼻中隔・肋軟骨）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術式により異なる／ギプス固定が必要な場合あり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・瘢痕・組織の状態により可能な範囲が限られます
・追加修正が必要な場合があります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A3326"/>
                </a:solidFill>
                <a:latin typeface="游明朝"/>
                <a:ea typeface="游明朝"/>
              </a:rPr>
              <a:t>別途お見積り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修正は鼻修正専門のDr.鉄と連携して対応します。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16｜他院修正・外傷後の変形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「鼻筋が低い（隆鼻）」を選ばれた20代の方の、相談から3ヶ月までの経過です。ダウンタイムのリアルを、ご本人のインタビュー動画と合わせてご覧ください。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腫れの大半が引く。横顔のラインが整い、自然な仕上がりに。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92811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▶ QRを挿入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「ダウンタイムが思ったより楽だった」——ご本人の言葉でどうぞ。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骨切り部の段差・左右差（骨切り術の場合）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通常料金・月々のお支払い目安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下記は「通常料金（定価）」の目安です。当院は主にモニター制度でのご案内が中心で、実際のご料金はカウンセリングで個別に提示します。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03120"/>
          <a:ext cx="642899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通常料金（税込）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貴族手術（鼻基底・Eライン）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ハンプ切除（鷲鼻）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鼻骨骨切り（斜鼻・幅寄せ）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肋軟骨・拘縮／他院修正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¥880,000〜／別途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明朝"/>
                <a:ea typeface="游明朝"/>
              </a:rPr>
              <a:t>モニター制度について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67728"/>
            <a:ext cx="569747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当院には【通常料金】のほか【部分モニター】【全額モニター】があります。術前・術後のお写真のご提供にご協力いただける方は、通常料金より割安にご案内できます。適用条件・実際のご料金はカウンセリングで個別にご案内します（割引額は本資料には掲載していません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809244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※ 上記は「通常料金」の目安です。鼻整形は自由診療（保険適用外）です。
※ 月々は通常料金・60回払いの一例で、金利・支払回数により変動します（現金・各種クレジット・医療ローン対応）。
※ モニター価格の具体的な割引額は、医療広告の観点から本資料には掲載していません。院内・カウンセリングでご案内します。
※ 最新の料金・キャンペーンは @zetith_hane／院内・カウンセリングにてご確認ください。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デザインカタログ｜通常料金・月々のお支払い目安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お悩み別・印象別の確かなデザイン力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