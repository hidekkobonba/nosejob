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a:t>
            </a:r>
            <a:r>
              <a:rPr lang="en-US" sz="1100" b="0" dirty="0">
                <a:solidFill>
                  <a:srgbClr val="B0934E"/>
                </a:solidFill>
                <a:latin typeface="游明朝"/>
                <a:ea typeface="游明朝"/>
              </a:rPr>
              <a:t>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a:t>
            </a:r>
            <a:r>
              <a:rPr lang="en-US" sz="1100" b="0" dirty="0">
                <a:solidFill>
                  <a:srgbClr val="FFFFFF"/>
                </a:solidFill>
                <a:latin typeface="游明朝"/>
                <a:ea typeface="游明朝"/>
              </a:rPr>
              <a:t>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デザインカタログ｜ある患者さまの6ヶ月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