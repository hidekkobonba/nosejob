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2" r:id="rId26"/>
    <p:sldId id="283" r:id="rId27"/>
    <p:sldId id="286" r:id="rId28"/>
    <p:sldId id="288" r:id="rId34"/>
    <p:sldId id="281" r:id="rId25"/>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7.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601" name="枠 10"/>
          <p:cNvSpPr>
            <a:spLocks noGrp="1"/>
          </p:cNvSpPr>
          <p:nvPr>
            <p:ph type="pic" idx="10"/>
          </p:nvPr>
        </p:nvSpPr>
        <p:spPr>
          <a:xfrm>
            <a:off x="566928" y="2450592"/>
            <a:ext cx="980059" cy="1572768"/>
          </a:xfrm>
          <a:prstGeom prst="roundRect">
            <a:avLst>
              <a:gd name="adj" fmla="val 5000"/>
            </a:avLst>
          </a:prstGeom>
          <a:solidFill>
            <a:srgbClr val="ECE4D4"/>
          </a:solidFill>
        </p:spPr>
        <p:txBody>
          <a:bodyPr/>
          <a:lstStyle/>
          <a:p/>
        </p:txBody>
      </p:sp>
      <p:sp>
        <p:nvSpPr>
          <p:cNvPr id="602" name="枠 11"/>
          <p:cNvSpPr>
            <a:spLocks noGrp="1"/>
          </p:cNvSpPr>
          <p:nvPr>
            <p:ph type="pic" idx="11"/>
          </p:nvPr>
        </p:nvSpPr>
        <p:spPr>
          <a:xfrm>
            <a:off x="1656715" y="2450592"/>
            <a:ext cx="980059" cy="1572768"/>
          </a:xfrm>
          <a:prstGeom prst="roundRect">
            <a:avLst>
              <a:gd name="adj" fmla="val 5000"/>
            </a:avLst>
          </a:prstGeom>
          <a:solidFill>
            <a:srgbClr val="ECE4D4"/>
          </a:solidFill>
        </p:spPr>
        <p:txBody>
          <a:bodyPr/>
          <a:lstStyle/>
          <a:p/>
        </p:txBody>
      </p:sp>
      <p:sp>
        <p:nvSpPr>
          <p:cNvPr id="603" name="枠 12"/>
          <p:cNvSpPr>
            <a:spLocks noGrp="1"/>
          </p:cNvSpPr>
          <p:nvPr>
            <p:ph type="pic" idx="12"/>
          </p:nvPr>
        </p:nvSpPr>
        <p:spPr>
          <a:xfrm>
            <a:off x="2746502" y="2450592"/>
            <a:ext cx="980059" cy="1572768"/>
          </a:xfrm>
          <a:prstGeom prst="roundRect">
            <a:avLst>
              <a:gd name="adj" fmla="val 5000"/>
            </a:avLst>
          </a:prstGeom>
          <a:solidFill>
            <a:srgbClr val="ECE4D4"/>
          </a:solidFill>
        </p:spPr>
        <p:txBody>
          <a:bodyPr/>
          <a:lstStyle/>
          <a:p/>
        </p:txBody>
      </p:sp>
      <p:sp>
        <p:nvSpPr>
          <p:cNvPr id="604" name="枠 13"/>
          <p:cNvSpPr>
            <a:spLocks noGrp="1"/>
          </p:cNvSpPr>
          <p:nvPr>
            <p:ph type="pic" idx="13"/>
          </p:nvPr>
        </p:nvSpPr>
        <p:spPr>
          <a:xfrm>
            <a:off x="3836289" y="2450592"/>
            <a:ext cx="980059" cy="1572768"/>
          </a:xfrm>
          <a:prstGeom prst="roundRect">
            <a:avLst>
              <a:gd name="adj" fmla="val 5000"/>
            </a:avLst>
          </a:prstGeom>
          <a:solidFill>
            <a:srgbClr val="ECE4D4"/>
          </a:solidFill>
        </p:spPr>
        <p:txBody>
          <a:bodyPr/>
          <a:lstStyle/>
          <a:p/>
        </p:txBody>
      </p:sp>
      <p:sp>
        <p:nvSpPr>
          <p:cNvPr id="605" name="枠 14"/>
          <p:cNvSpPr>
            <a:spLocks noGrp="1"/>
          </p:cNvSpPr>
          <p:nvPr>
            <p:ph type="pic" idx="14"/>
          </p:nvPr>
        </p:nvSpPr>
        <p:spPr>
          <a:xfrm>
            <a:off x="4926076" y="2450592"/>
            <a:ext cx="980059" cy="1572768"/>
          </a:xfrm>
          <a:prstGeom prst="roundRect">
            <a:avLst>
              <a:gd name="adj" fmla="val 5000"/>
            </a:avLst>
          </a:prstGeom>
          <a:solidFill>
            <a:srgbClr val="ECE4D4"/>
          </a:solidFill>
        </p:spPr>
        <p:txBody>
          <a:bodyPr/>
          <a:lstStyle/>
          <a:p/>
        </p:txBody>
      </p:sp>
      <p:sp>
        <p:nvSpPr>
          <p:cNvPr id="606" name="枠 15"/>
          <p:cNvSpPr>
            <a:spLocks noGrp="1"/>
          </p:cNvSpPr>
          <p:nvPr>
            <p:ph type="pic" idx="15"/>
          </p:nvPr>
        </p:nvSpPr>
        <p:spPr>
          <a:xfrm>
            <a:off x="6015863" y="2450592"/>
            <a:ext cx="980059" cy="1572768"/>
          </a:xfrm>
          <a:prstGeom prst="roundRect">
            <a:avLst>
              <a:gd name="adj" fmla="val 5000"/>
            </a:avLst>
          </a:prstGeom>
          <a:solidFill>
            <a:srgbClr val="ECE4D4"/>
          </a:solidFill>
        </p:spPr>
        <p:txBody>
          <a:bodyPr/>
          <a:lstStyle/>
          <a:p/>
        </p:txBody>
      </p:sp>
      <p:sp>
        <p:nvSpPr>
          <p:cNvPr id="607" name="枠 20"/>
          <p:cNvSpPr>
            <a:spLocks noGrp="1"/>
          </p:cNvSpPr>
          <p:nvPr>
            <p:ph type="pic" idx="20"/>
          </p:nvPr>
        </p:nvSpPr>
        <p:spPr>
          <a:xfrm>
            <a:off x="5990082" y="6967728"/>
            <a:ext cx="914400" cy="914400"/>
          </a:xfrm>
          <a:prstGeom prst="roundRect">
            <a:avLst>
              <a:gd name="adj" fmla="val 2000"/>
            </a:avLst>
          </a:prstGeom>
          <a:solidFill>
            <a:srgbClr val="ECE4D4"/>
          </a:solidFill>
        </p:spPr>
        <p:txBody>
          <a:bodyPr/>
          <a:lstStyle/>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01" name="枠 10"/>
          <p:cNvSpPr>
            <a:spLocks noGrp="1"/>
          </p:cNvSpPr>
          <p:nvPr>
            <p:ph type="pic" idx="10"/>
          </p:nvPr>
        </p:nvSpPr>
        <p:spPr>
          <a:xfrm>
            <a:off x="566928" y="2286000"/>
            <a:ext cx="1504378" cy="1572768"/>
          </a:xfrm>
          <a:prstGeom prst="roundRect">
            <a:avLst>
              <a:gd name="adj" fmla="val 5000"/>
            </a:avLst>
          </a:prstGeom>
          <a:solidFill>
            <a:srgbClr val="ECE4D4"/>
          </a:solidFill>
        </p:spPr>
        <p:txBody>
          <a:bodyPr/>
          <a:lstStyle/>
          <a:p/>
        </p:txBody>
      </p:sp>
      <p:sp>
        <p:nvSpPr>
          <p:cNvPr id="702" name="枠 11"/>
          <p:cNvSpPr>
            <a:spLocks noGrp="1"/>
          </p:cNvSpPr>
          <p:nvPr>
            <p:ph type="pic" idx="11"/>
          </p:nvPr>
        </p:nvSpPr>
        <p:spPr>
          <a:xfrm>
            <a:off x="2208466" y="2286000"/>
            <a:ext cx="1504378" cy="1572768"/>
          </a:xfrm>
          <a:prstGeom prst="roundRect">
            <a:avLst>
              <a:gd name="adj" fmla="val 5000"/>
            </a:avLst>
          </a:prstGeom>
          <a:solidFill>
            <a:srgbClr val="ECE4D4"/>
          </a:solidFill>
        </p:spPr>
        <p:txBody>
          <a:bodyPr/>
          <a:lstStyle/>
          <a:p/>
        </p:txBody>
      </p:sp>
      <p:sp>
        <p:nvSpPr>
          <p:cNvPr id="703" name="枠 12"/>
          <p:cNvSpPr>
            <a:spLocks noGrp="1"/>
          </p:cNvSpPr>
          <p:nvPr>
            <p:ph type="pic" idx="12"/>
          </p:nvPr>
        </p:nvSpPr>
        <p:spPr>
          <a:xfrm>
            <a:off x="3850005" y="2286000"/>
            <a:ext cx="1504378" cy="1572768"/>
          </a:xfrm>
          <a:prstGeom prst="roundRect">
            <a:avLst>
              <a:gd name="adj" fmla="val 5000"/>
            </a:avLst>
          </a:prstGeom>
          <a:solidFill>
            <a:srgbClr val="ECE4D4"/>
          </a:solidFill>
        </p:spPr>
        <p:txBody>
          <a:bodyPr/>
          <a:lstStyle/>
          <a:p/>
        </p:txBody>
      </p:sp>
      <p:sp>
        <p:nvSpPr>
          <p:cNvPr id="704" name="枠 13"/>
          <p:cNvSpPr>
            <a:spLocks noGrp="1"/>
          </p:cNvSpPr>
          <p:nvPr>
            <p:ph type="pic" idx="13"/>
          </p:nvPr>
        </p:nvSpPr>
        <p:spPr>
          <a:xfrm>
            <a:off x="5491543" y="2286000"/>
            <a:ext cx="1504378" cy="1572768"/>
          </a:xfrm>
          <a:prstGeom prst="roundRect">
            <a:avLst>
              <a:gd name="adj" fmla="val 5000"/>
            </a:avLst>
          </a:prstGeom>
          <a:solidFill>
            <a:srgbClr val="ECE4D4"/>
          </a:solidFill>
        </p:spPr>
        <p:txBody>
          <a:bodyPr/>
          <a:lstStyle/>
          <a:p/>
        </p:txBody>
      </p:sp>
      <p:sp>
        <p:nvSpPr>
          <p:cNvPr id="705" name="枠 14"/>
          <p:cNvSpPr>
            <a:spLocks noGrp="1"/>
          </p:cNvSpPr>
          <p:nvPr>
            <p:ph type="pic" idx="14"/>
          </p:nvPr>
        </p:nvSpPr>
        <p:spPr>
          <a:xfrm>
            <a:off x="566928" y="4160520"/>
            <a:ext cx="1504378" cy="1572768"/>
          </a:xfrm>
          <a:prstGeom prst="roundRect">
            <a:avLst>
              <a:gd name="adj" fmla="val 5000"/>
            </a:avLst>
          </a:prstGeom>
          <a:solidFill>
            <a:srgbClr val="ECE4D4"/>
          </a:solidFill>
        </p:spPr>
        <p:txBody>
          <a:bodyPr/>
          <a:lstStyle/>
          <a:p/>
        </p:txBody>
      </p:sp>
      <p:sp>
        <p:nvSpPr>
          <p:cNvPr id="706" name="枠 15"/>
          <p:cNvSpPr>
            <a:spLocks noGrp="1"/>
          </p:cNvSpPr>
          <p:nvPr>
            <p:ph type="pic" idx="15"/>
          </p:nvPr>
        </p:nvSpPr>
        <p:spPr>
          <a:xfrm>
            <a:off x="2208466" y="4160520"/>
            <a:ext cx="1504378" cy="1572768"/>
          </a:xfrm>
          <a:prstGeom prst="roundRect">
            <a:avLst>
              <a:gd name="adj" fmla="val 5000"/>
            </a:avLst>
          </a:prstGeom>
          <a:solidFill>
            <a:srgbClr val="ECE4D4"/>
          </a:solidFill>
        </p:spPr>
        <p:txBody>
          <a:bodyPr/>
          <a:lstStyle/>
          <a:p/>
        </p:txBody>
      </p:sp>
      <p:sp>
        <p:nvSpPr>
          <p:cNvPr id="707" name="枠 16"/>
          <p:cNvSpPr>
            <a:spLocks noGrp="1"/>
          </p:cNvSpPr>
          <p:nvPr>
            <p:ph type="pic" idx="16"/>
          </p:nvPr>
        </p:nvSpPr>
        <p:spPr>
          <a:xfrm>
            <a:off x="3850005" y="4160520"/>
            <a:ext cx="1504378" cy="1572768"/>
          </a:xfrm>
          <a:prstGeom prst="roundRect">
            <a:avLst>
              <a:gd name="adj" fmla="val 5000"/>
            </a:avLst>
          </a:prstGeom>
          <a:solidFill>
            <a:srgbClr val="ECE4D4"/>
          </a:solidFill>
        </p:spPr>
        <p:txBody>
          <a:bodyPr/>
          <a:lstStyle/>
          <a:p/>
        </p:txBody>
      </p:sp>
      <p:sp>
        <p:nvSpPr>
          <p:cNvPr id="708" name="枠 17"/>
          <p:cNvSpPr>
            <a:spLocks noGrp="1"/>
          </p:cNvSpPr>
          <p:nvPr>
            <p:ph type="pic" idx="17"/>
          </p:nvPr>
        </p:nvSpPr>
        <p:spPr>
          <a:xfrm>
            <a:off x="5491543" y="4160520"/>
            <a:ext cx="1504378" cy="1572768"/>
          </a:xfrm>
          <a:prstGeom prst="roundRect">
            <a:avLst>
              <a:gd name="adj" fmla="val 5000"/>
            </a:avLst>
          </a:prstGeom>
          <a:solidFill>
            <a:srgbClr val="ECE4D4"/>
          </a:solidFill>
        </p:spPr>
        <p:txBody>
          <a:bodyPr/>
          <a:lstStyle/>
          <a:p/>
        </p:txBody>
      </p:sp>
      <p:sp>
        <p:nvSpPr>
          <p:cNvPr id="709" name="枠 20"/>
          <p:cNvSpPr>
            <a:spLocks noGrp="1"/>
          </p:cNvSpPr>
          <p:nvPr>
            <p:ph type="pic" idx="20"/>
          </p:nvPr>
        </p:nvSpPr>
        <p:spPr>
          <a:xfrm>
            <a:off x="2021205" y="6355080"/>
            <a:ext cx="868680" cy="868680"/>
          </a:xfrm>
          <a:prstGeom prst="roundRect">
            <a:avLst>
              <a:gd name="adj" fmla="val 2000"/>
            </a:avLst>
          </a:prstGeom>
          <a:solidFill>
            <a:srgbClr val="ECE4D4"/>
          </a:solidFill>
        </p:spPr>
        <p:txBody>
          <a:bodyPr/>
          <a:lstStyle/>
          <a:p/>
        </p:txBody>
      </p:sp>
      <p:sp>
        <p:nvSpPr>
          <p:cNvPr id="710" name="枠 21"/>
          <p:cNvSpPr>
            <a:spLocks noGrp="1"/>
          </p:cNvSpPr>
          <p:nvPr>
            <p:ph type="pic" idx="21"/>
          </p:nvPr>
        </p:nvSpPr>
        <p:spPr>
          <a:xfrm>
            <a:off x="3347085" y="6355080"/>
            <a:ext cx="868680" cy="868680"/>
          </a:xfrm>
          <a:prstGeom prst="roundRect">
            <a:avLst>
              <a:gd name="adj" fmla="val 2000"/>
            </a:avLst>
          </a:prstGeom>
          <a:solidFill>
            <a:srgbClr val="ECE4D4"/>
          </a:solidFill>
        </p:spPr>
        <p:txBody>
          <a:bodyPr/>
          <a:lstStyle/>
          <a:p/>
        </p:txBody>
      </p:sp>
      <p:sp>
        <p:nvSpPr>
          <p:cNvPr id="711" name="枠 22"/>
          <p:cNvSpPr>
            <a:spLocks noGrp="1"/>
          </p:cNvSpPr>
          <p:nvPr>
            <p:ph type="pic" idx="22"/>
          </p:nvPr>
        </p:nvSpPr>
        <p:spPr>
          <a:xfrm>
            <a:off x="4672965" y="6355080"/>
            <a:ext cx="868680" cy="868680"/>
          </a:xfrm>
          <a:prstGeom prst="roundRect">
            <a:avLst>
              <a:gd name="adj" fmla="val 2000"/>
            </a:avLst>
          </a:prstGeom>
          <a:solidFill>
            <a:srgbClr val="ECE4D4"/>
          </a:solidFill>
        </p:spPr>
        <p:txBody>
          <a:bodyPr/>
          <a:lstStyle/>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25</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SCHEDULE</a:t>
            </a:r>
          </a:p>
        </p:txBody>
      </p:sp>
      <p:sp>
        <p:nvSpPr>
          <p:cNvPr id="3" name="TextBox 2"/>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600" b="1">
                <a:solidFill>
                  <a:srgbClr val="3A3326"/>
                </a:solidFill>
                <a:latin typeface="游明朝"/>
                <a:ea typeface="游明朝"/>
              </a:rPr>
              <a:t>ダウンタイム逆算カレンダー</a:t>
            </a:r>
          </a:p>
        </p:txBody>
      </p:sp>
      <p:sp>
        <p:nvSpPr>
          <p:cNvPr id="4" name="TextBox 3"/>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27</a:t>
            </a:r>
          </a:p>
        </p:txBody>
      </p:sp>
      <p:sp>
        <p:nvSpPr>
          <p:cNvPr id="5" name="Rectangle 4"/>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99616"/>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「手術はしたいけど“いつ”受ければ…」を解決。回復の流れと、ご予定からの逆算で手術日を決められます。</a:t>
            </a:r>
          </a:p>
        </p:txBody>
      </p:sp>
      <p:sp>
        <p:nvSpPr>
          <p:cNvPr id="7" name="TextBox 6"/>
          <p:cNvSpPr txBox="1"/>
          <p:nvPr/>
        </p:nvSpPr>
        <p:spPr>
          <a:xfrm>
            <a:off x="566928" y="1920240"/>
            <a:ext cx="6428994" cy="256032"/>
          </a:xfrm>
          <a:prstGeom prst="rect">
            <a:avLst/>
          </a:prstGeom>
          <a:noFill/>
        </p:spPr>
        <p:txBody>
          <a:bodyPr wrap="square" anchor="t" lIns="0" rIns="0" tIns="0" bIns="0">
            <a:spAutoFit/>
          </a:bodyPr>
          <a:lstStyle/>
          <a:p>
            <a:pPr algn="l">
              <a:lnSpc>
                <a:spcPct val="115000"/>
              </a:lnSpc>
              <a:spcBef>
                <a:spcPts val="0"/>
              </a:spcBef>
              <a:spcAft>
                <a:spcPts val="100"/>
              </a:spcAft>
            </a:pPr>
            <a:r>
              <a:rPr sz="1250" b="1">
                <a:solidFill>
                  <a:srgbClr val="8C7339"/>
                </a:solidFill>
                <a:latin typeface="游明朝"/>
                <a:ea typeface="游明朝"/>
              </a:rPr>
              <a:t>▼ 回復の流れ</a:t>
            </a:r>
          </a:p>
        </p:txBody>
      </p:sp>
      <p:sp>
        <p:nvSpPr>
          <p:cNvPr id="8" name="Rectangle 7"/>
          <p:cNvSpPr/>
          <p:nvPr/>
        </p:nvSpPr>
        <p:spPr>
          <a:xfrm>
            <a:off x="1056957" y="2432304"/>
            <a:ext cx="5448935" cy="28575"/>
          </a:xfrm>
          <a:prstGeom prst="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1469" y="2240280"/>
            <a:ext cx="950976"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1469" y="2240280"/>
            <a:ext cx="950976" cy="384048"/>
          </a:xfrm>
          <a:prstGeom prst="rect">
            <a:avLst/>
          </a:prstGeom>
          <a:noFill/>
        </p:spPr>
        <p:txBody>
          <a:bodyPr wrap="square" anchor="ctr" lIns="0" rIns="0" tIns="0" bIns="0">
            <a:spAutoFit/>
          </a:bodyPr>
          <a:lstStyle/>
          <a:p>
            <a:pPr algn="ctr">
              <a:lnSpc>
                <a:spcPct val="115000"/>
              </a:lnSpc>
              <a:spcBef>
                <a:spcPts val="0"/>
              </a:spcBef>
              <a:spcAft>
                <a:spcPts val="100"/>
              </a:spcAft>
            </a:pPr>
            <a:r>
              <a:rPr sz="900" b="1">
                <a:solidFill>
                  <a:srgbClr val="FFFFFF"/>
                </a:solidFill>
                <a:latin typeface="游ゴシック"/>
                <a:ea typeface="游ゴシック"/>
              </a:rPr>
              <a:t>当日</a:t>
            </a:r>
          </a:p>
        </p:txBody>
      </p:sp>
      <p:sp>
        <p:nvSpPr>
          <p:cNvPr id="11" name="TextBox 10"/>
          <p:cNvSpPr txBox="1"/>
          <p:nvPr/>
        </p:nvSpPr>
        <p:spPr>
          <a:xfrm>
            <a:off x="566928" y="2697480"/>
            <a:ext cx="980059" cy="548640"/>
          </a:xfrm>
          <a:prstGeom prst="rect">
            <a:avLst/>
          </a:prstGeom>
          <a:noFill/>
        </p:spPr>
        <p:txBody>
          <a:bodyPr wrap="square" anchor="t" lIns="0" rIns="0" tIns="0" bIns="0">
            <a:spAutoFit/>
          </a:bodyPr>
          <a:lstStyle/>
          <a:p>
            <a:pPr algn="ctr">
              <a:lnSpc>
                <a:spcPct val="120000"/>
              </a:lnSpc>
              <a:spcBef>
                <a:spcPts val="0"/>
              </a:spcBef>
              <a:spcAft>
                <a:spcPts val="100"/>
              </a:spcAft>
            </a:pPr>
            <a:r>
              <a:rPr sz="830" b="0">
                <a:solidFill>
                  <a:srgbClr val="3A3326"/>
                </a:solidFill>
                <a:latin typeface="游ゴシック"/>
                <a:ea typeface="游ゴシック"/>
              </a:rPr>
              <a:t>手術・ギプス固定</a:t>
            </a:r>
          </a:p>
        </p:txBody>
      </p:sp>
      <p:sp>
        <p:nvSpPr>
          <p:cNvPr id="12" name="Rounded Rectangle 11"/>
          <p:cNvSpPr/>
          <p:nvPr/>
        </p:nvSpPr>
        <p:spPr>
          <a:xfrm>
            <a:off x="1671256" y="2240280"/>
            <a:ext cx="950976"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71256" y="2240280"/>
            <a:ext cx="950976" cy="384048"/>
          </a:xfrm>
          <a:prstGeom prst="rect">
            <a:avLst/>
          </a:prstGeom>
          <a:noFill/>
        </p:spPr>
        <p:txBody>
          <a:bodyPr wrap="square" anchor="ctr" lIns="0" rIns="0" tIns="0" bIns="0">
            <a:spAutoFit/>
          </a:bodyPr>
          <a:lstStyle/>
          <a:p>
            <a:pPr algn="ctr">
              <a:lnSpc>
                <a:spcPct val="115000"/>
              </a:lnSpc>
              <a:spcBef>
                <a:spcPts val="0"/>
              </a:spcBef>
              <a:spcAft>
                <a:spcPts val="100"/>
              </a:spcAft>
            </a:pPr>
            <a:r>
              <a:rPr sz="900" b="1">
                <a:solidFill>
                  <a:srgbClr val="FFFFFF"/>
                </a:solidFill>
                <a:latin typeface="游ゴシック"/>
                <a:ea typeface="游ゴシック"/>
              </a:rPr>
              <a:t>翌日〜3日</a:t>
            </a:r>
          </a:p>
        </p:txBody>
      </p:sp>
      <p:sp>
        <p:nvSpPr>
          <p:cNvPr id="14" name="TextBox 13"/>
          <p:cNvSpPr txBox="1"/>
          <p:nvPr/>
        </p:nvSpPr>
        <p:spPr>
          <a:xfrm>
            <a:off x="1656715" y="2697480"/>
            <a:ext cx="980059" cy="548640"/>
          </a:xfrm>
          <a:prstGeom prst="rect">
            <a:avLst/>
          </a:prstGeom>
          <a:noFill/>
        </p:spPr>
        <p:txBody>
          <a:bodyPr wrap="square" anchor="t" lIns="0" rIns="0" tIns="0" bIns="0">
            <a:spAutoFit/>
          </a:bodyPr>
          <a:lstStyle/>
          <a:p>
            <a:pPr algn="ctr">
              <a:lnSpc>
                <a:spcPct val="120000"/>
              </a:lnSpc>
              <a:spcBef>
                <a:spcPts val="0"/>
              </a:spcBef>
              <a:spcAft>
                <a:spcPts val="100"/>
              </a:spcAft>
            </a:pPr>
            <a:r>
              <a:rPr sz="830" b="0">
                <a:solidFill>
                  <a:srgbClr val="3A3326"/>
                </a:solidFill>
                <a:latin typeface="游ゴシック"/>
                <a:ea typeface="游ゴシック"/>
              </a:rPr>
              <a:t>腫れ・内出血のピーク</a:t>
            </a:r>
          </a:p>
        </p:txBody>
      </p:sp>
      <p:sp>
        <p:nvSpPr>
          <p:cNvPr id="15" name="Rounded Rectangle 14"/>
          <p:cNvSpPr/>
          <p:nvPr/>
        </p:nvSpPr>
        <p:spPr>
          <a:xfrm>
            <a:off x="2761043" y="2240280"/>
            <a:ext cx="950976"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61043" y="2240280"/>
            <a:ext cx="950976" cy="384048"/>
          </a:xfrm>
          <a:prstGeom prst="rect">
            <a:avLst/>
          </a:prstGeom>
          <a:noFill/>
        </p:spPr>
        <p:txBody>
          <a:bodyPr wrap="square" anchor="ctr" lIns="0" rIns="0" tIns="0" bIns="0">
            <a:spAutoFit/>
          </a:bodyPr>
          <a:lstStyle/>
          <a:p>
            <a:pPr algn="ctr">
              <a:lnSpc>
                <a:spcPct val="115000"/>
              </a:lnSpc>
              <a:spcBef>
                <a:spcPts val="0"/>
              </a:spcBef>
              <a:spcAft>
                <a:spcPts val="100"/>
              </a:spcAft>
            </a:pPr>
            <a:r>
              <a:rPr sz="900" b="1">
                <a:solidFill>
                  <a:srgbClr val="FFFFFF"/>
                </a:solidFill>
                <a:latin typeface="游ゴシック"/>
                <a:ea typeface="游ゴシック"/>
              </a:rPr>
              <a:t>1週間</a:t>
            </a:r>
          </a:p>
        </p:txBody>
      </p:sp>
      <p:sp>
        <p:nvSpPr>
          <p:cNvPr id="17" name="TextBox 16"/>
          <p:cNvSpPr txBox="1"/>
          <p:nvPr/>
        </p:nvSpPr>
        <p:spPr>
          <a:xfrm>
            <a:off x="2746502" y="2697480"/>
            <a:ext cx="980059" cy="548640"/>
          </a:xfrm>
          <a:prstGeom prst="rect">
            <a:avLst/>
          </a:prstGeom>
          <a:noFill/>
        </p:spPr>
        <p:txBody>
          <a:bodyPr wrap="square" anchor="t" lIns="0" rIns="0" tIns="0" bIns="0">
            <a:spAutoFit/>
          </a:bodyPr>
          <a:lstStyle/>
          <a:p>
            <a:pPr algn="ctr">
              <a:lnSpc>
                <a:spcPct val="120000"/>
              </a:lnSpc>
              <a:spcBef>
                <a:spcPts val="0"/>
              </a:spcBef>
              <a:spcAft>
                <a:spcPts val="100"/>
              </a:spcAft>
            </a:pPr>
            <a:r>
              <a:rPr sz="830" b="0">
                <a:solidFill>
                  <a:srgbClr val="3A3326"/>
                </a:solidFill>
                <a:latin typeface="游ゴシック"/>
                <a:ea typeface="游ゴシック"/>
              </a:rPr>
              <a:t>ギプスオフ・メイクOK</a:t>
            </a:r>
          </a:p>
        </p:txBody>
      </p:sp>
      <p:sp>
        <p:nvSpPr>
          <p:cNvPr id="18" name="Rounded Rectangle 17"/>
          <p:cNvSpPr/>
          <p:nvPr/>
        </p:nvSpPr>
        <p:spPr>
          <a:xfrm>
            <a:off x="3850830" y="2240280"/>
            <a:ext cx="950976"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50830" y="2240280"/>
            <a:ext cx="950976" cy="384048"/>
          </a:xfrm>
          <a:prstGeom prst="rect">
            <a:avLst/>
          </a:prstGeom>
          <a:noFill/>
        </p:spPr>
        <p:txBody>
          <a:bodyPr wrap="square" anchor="ctr" lIns="0" rIns="0" tIns="0" bIns="0">
            <a:spAutoFit/>
          </a:bodyPr>
          <a:lstStyle/>
          <a:p>
            <a:pPr algn="ctr">
              <a:lnSpc>
                <a:spcPct val="115000"/>
              </a:lnSpc>
              <a:spcBef>
                <a:spcPts val="0"/>
              </a:spcBef>
              <a:spcAft>
                <a:spcPts val="100"/>
              </a:spcAft>
            </a:pPr>
            <a:r>
              <a:rPr sz="900" b="1">
                <a:solidFill>
                  <a:srgbClr val="FFFFFF"/>
                </a:solidFill>
                <a:latin typeface="游ゴシック"/>
                <a:ea typeface="游ゴシック"/>
              </a:rPr>
              <a:t>2週間</a:t>
            </a:r>
          </a:p>
        </p:txBody>
      </p:sp>
      <p:sp>
        <p:nvSpPr>
          <p:cNvPr id="20" name="TextBox 19"/>
          <p:cNvSpPr txBox="1"/>
          <p:nvPr/>
        </p:nvSpPr>
        <p:spPr>
          <a:xfrm>
            <a:off x="3836289" y="2697480"/>
            <a:ext cx="980059" cy="548640"/>
          </a:xfrm>
          <a:prstGeom prst="rect">
            <a:avLst/>
          </a:prstGeom>
          <a:noFill/>
        </p:spPr>
        <p:txBody>
          <a:bodyPr wrap="square" anchor="t" lIns="0" rIns="0" tIns="0" bIns="0">
            <a:spAutoFit/>
          </a:bodyPr>
          <a:lstStyle/>
          <a:p>
            <a:pPr algn="ctr">
              <a:lnSpc>
                <a:spcPct val="120000"/>
              </a:lnSpc>
              <a:spcBef>
                <a:spcPts val="0"/>
              </a:spcBef>
              <a:spcAft>
                <a:spcPts val="100"/>
              </a:spcAft>
            </a:pPr>
            <a:r>
              <a:rPr sz="830" b="0">
                <a:solidFill>
                  <a:srgbClr val="3A3326"/>
                </a:solidFill>
                <a:latin typeface="游ゴシック"/>
                <a:ea typeface="游ゴシック"/>
              </a:rPr>
              <a:t>マスクで自然・仕事復帰</a:t>
            </a:r>
          </a:p>
        </p:txBody>
      </p:sp>
      <p:sp>
        <p:nvSpPr>
          <p:cNvPr id="21" name="Rounded Rectangle 20"/>
          <p:cNvSpPr/>
          <p:nvPr/>
        </p:nvSpPr>
        <p:spPr>
          <a:xfrm>
            <a:off x="4940617" y="2240280"/>
            <a:ext cx="950976"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40617" y="2240280"/>
            <a:ext cx="950976" cy="384048"/>
          </a:xfrm>
          <a:prstGeom prst="rect">
            <a:avLst/>
          </a:prstGeom>
          <a:noFill/>
        </p:spPr>
        <p:txBody>
          <a:bodyPr wrap="square" anchor="ctr" lIns="0" rIns="0" tIns="0" bIns="0">
            <a:spAutoFit/>
          </a:bodyPr>
          <a:lstStyle/>
          <a:p>
            <a:pPr algn="ctr">
              <a:lnSpc>
                <a:spcPct val="115000"/>
              </a:lnSpc>
              <a:spcBef>
                <a:spcPts val="0"/>
              </a:spcBef>
              <a:spcAft>
                <a:spcPts val="100"/>
              </a:spcAft>
            </a:pPr>
            <a:r>
              <a:rPr sz="900" b="1">
                <a:solidFill>
                  <a:srgbClr val="FFFFFF"/>
                </a:solidFill>
                <a:latin typeface="游ゴシック"/>
                <a:ea typeface="游ゴシック"/>
              </a:rPr>
              <a:t>1ヶ月</a:t>
            </a:r>
          </a:p>
        </p:txBody>
      </p:sp>
      <p:sp>
        <p:nvSpPr>
          <p:cNvPr id="23" name="TextBox 22"/>
          <p:cNvSpPr txBox="1"/>
          <p:nvPr/>
        </p:nvSpPr>
        <p:spPr>
          <a:xfrm>
            <a:off x="4926076" y="2697480"/>
            <a:ext cx="980059" cy="548640"/>
          </a:xfrm>
          <a:prstGeom prst="rect">
            <a:avLst/>
          </a:prstGeom>
          <a:noFill/>
        </p:spPr>
        <p:txBody>
          <a:bodyPr wrap="square" anchor="t" lIns="0" rIns="0" tIns="0" bIns="0">
            <a:spAutoFit/>
          </a:bodyPr>
          <a:lstStyle/>
          <a:p>
            <a:pPr algn="ctr">
              <a:lnSpc>
                <a:spcPct val="120000"/>
              </a:lnSpc>
              <a:spcBef>
                <a:spcPts val="0"/>
              </a:spcBef>
              <a:spcAft>
                <a:spcPts val="100"/>
              </a:spcAft>
            </a:pPr>
            <a:r>
              <a:rPr sz="830" b="0">
                <a:solidFill>
                  <a:srgbClr val="3A3326"/>
                </a:solidFill>
                <a:latin typeface="游ゴシック"/>
                <a:ea typeface="游ゴシック"/>
              </a:rPr>
              <a:t>腫れの大半が引く</a:t>
            </a:r>
          </a:p>
        </p:txBody>
      </p:sp>
      <p:sp>
        <p:nvSpPr>
          <p:cNvPr id="24" name="Rounded Rectangle 23"/>
          <p:cNvSpPr/>
          <p:nvPr/>
        </p:nvSpPr>
        <p:spPr>
          <a:xfrm>
            <a:off x="6030404" y="2240280"/>
            <a:ext cx="950976"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0404" y="2240280"/>
            <a:ext cx="950976" cy="384048"/>
          </a:xfrm>
          <a:prstGeom prst="rect">
            <a:avLst/>
          </a:prstGeom>
          <a:noFill/>
        </p:spPr>
        <p:txBody>
          <a:bodyPr wrap="square" anchor="ctr" lIns="0" rIns="0" tIns="0" bIns="0">
            <a:spAutoFit/>
          </a:bodyPr>
          <a:lstStyle/>
          <a:p>
            <a:pPr algn="ctr">
              <a:lnSpc>
                <a:spcPct val="115000"/>
              </a:lnSpc>
              <a:spcBef>
                <a:spcPts val="0"/>
              </a:spcBef>
              <a:spcAft>
                <a:spcPts val="100"/>
              </a:spcAft>
            </a:pPr>
            <a:r>
              <a:rPr sz="900" b="1">
                <a:solidFill>
                  <a:srgbClr val="FFFFFF"/>
                </a:solidFill>
                <a:latin typeface="游ゴシック"/>
                <a:ea typeface="游ゴシック"/>
              </a:rPr>
              <a:t>3ヶ月</a:t>
            </a:r>
          </a:p>
        </p:txBody>
      </p:sp>
      <p:sp>
        <p:nvSpPr>
          <p:cNvPr id="26" name="TextBox 25"/>
          <p:cNvSpPr txBox="1"/>
          <p:nvPr/>
        </p:nvSpPr>
        <p:spPr>
          <a:xfrm>
            <a:off x="6015863" y="2697480"/>
            <a:ext cx="980059" cy="548640"/>
          </a:xfrm>
          <a:prstGeom prst="rect">
            <a:avLst/>
          </a:prstGeom>
          <a:noFill/>
        </p:spPr>
        <p:txBody>
          <a:bodyPr wrap="square" anchor="t" lIns="0" rIns="0" tIns="0" bIns="0">
            <a:spAutoFit/>
          </a:bodyPr>
          <a:lstStyle/>
          <a:p>
            <a:pPr algn="ctr">
              <a:lnSpc>
                <a:spcPct val="120000"/>
              </a:lnSpc>
              <a:spcBef>
                <a:spcPts val="0"/>
              </a:spcBef>
              <a:spcAft>
                <a:spcPts val="100"/>
              </a:spcAft>
            </a:pPr>
            <a:r>
              <a:rPr sz="830" b="0">
                <a:solidFill>
                  <a:srgbClr val="3A3326"/>
                </a:solidFill>
                <a:latin typeface="游ゴシック"/>
                <a:ea typeface="游ゴシック"/>
              </a:rPr>
              <a:t>ほぼ完成</a:t>
            </a:r>
          </a:p>
        </p:txBody>
      </p:sp>
      <p:sp>
        <p:nvSpPr>
          <p:cNvPr id="27" name="TextBox 26"/>
          <p:cNvSpPr txBox="1"/>
          <p:nvPr/>
        </p:nvSpPr>
        <p:spPr>
          <a:xfrm>
            <a:off x="566928" y="352044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 あなたの予定から逆算 ― 手術はいつまでに？</a:t>
            </a:r>
          </a:p>
        </p:txBody>
      </p:sp>
      <p:graphicFrame>
        <p:nvGraphicFramePr>
          <p:cNvPr id="28" name="Table 27"/>
          <p:cNvGraphicFramePr>
            <a:graphicFrameLocks noGrp="1"/>
          </p:cNvGraphicFramePr>
          <p:nvPr/>
        </p:nvGraphicFramePr>
        <p:xfrm>
          <a:off x="566928" y="3840480"/>
          <a:ext cx="6428993" cy="2286000"/>
        </p:xfrm>
        <a:graphic>
          <a:graphicData uri="http://schemas.openxmlformats.org/drawingml/2006/table">
            <a:tbl>
              <a:tblPr firstRow="1" bandRow="1">
                <a:tableStyleId>{5C22544A-7EE6-4342-B048-85BDC9FD1C3A}</a:tableStyleId>
              </a:tblPr>
              <a:tblGrid>
                <a:gridCol w="4114556"/>
                <a:gridCol w="2314437"/>
              </a:tblGrid>
              <a:tr h="381000">
                <a:tc>
                  <a:txBody>
                    <a:bodyPr wrap="square"/>
                    <a:lstStyle/>
                    <a:p>
                      <a:pPr algn="l"/>
                      <a:r>
                        <a:rPr sz="1150" b="1">
                          <a:solidFill>
                            <a:srgbClr val="FFFFFF"/>
                          </a:solidFill>
                          <a:latin typeface="游明朝"/>
                          <a:ea typeface="游明朝"/>
                        </a:rPr>
                        <a:t>こんなご予定に</a:t>
                      </a:r>
                    </a:p>
                  </a:txBody>
                  <a:tcPr anchor="ctr" marL="90000" marR="60000" marT="10000" marB="10000">
                    <a:solidFill>
                      <a:srgbClr val="B0934E"/>
                    </a:solidFill>
                  </a:tcPr>
                </a:tc>
                <a:tc>
                  <a:txBody>
                    <a:bodyPr wrap="square"/>
                    <a:lstStyle/>
                    <a:p>
                      <a:pPr algn="ctr"/>
                      <a:r>
                        <a:rPr sz="1150" b="1">
                          <a:solidFill>
                            <a:srgbClr val="FFFFFF"/>
                          </a:solidFill>
                          <a:latin typeface="游明朝"/>
                          <a:ea typeface="游明朝"/>
                        </a:rPr>
                        <a:t>手術はいつまでに</a:t>
                      </a:r>
                    </a:p>
                  </a:txBody>
                  <a:tcPr anchor="ctr" marL="90000" marR="60000" marT="10000" marB="10000">
                    <a:solidFill>
                      <a:srgbClr val="B0934E"/>
                    </a:solidFill>
                  </a:tcPr>
                </a:tc>
              </a:tr>
              <a:tr h="381000">
                <a:tc>
                  <a:txBody>
                    <a:bodyPr wrap="square"/>
                    <a:lstStyle/>
                    <a:p>
                      <a:pPr algn="l"/>
                      <a:r>
                        <a:rPr sz="1100" b="0">
                          <a:solidFill>
                            <a:srgbClr val="3A3326"/>
                          </a:solidFill>
                          <a:latin typeface="游ゴシック"/>
                          <a:ea typeface="游ゴシック"/>
                        </a:rPr>
                        <a:t>仕事・学校への復帰（マスクでOK）</a:t>
                      </a:r>
                    </a:p>
                  </a:txBody>
                  <a:tcPr anchor="ctr" marL="90000" marR="60000" marT="10000" marB="10000">
                    <a:solidFill>
                      <a:srgbClr val="FDFBF6"/>
                    </a:solidFill>
                  </a:tcPr>
                </a:tc>
                <a:tc>
                  <a:txBody>
                    <a:bodyPr wrap="square"/>
                    <a:lstStyle/>
                    <a:p>
                      <a:pPr algn="ctr"/>
                      <a:r>
                        <a:rPr sz="1300" b="1">
                          <a:solidFill>
                            <a:srgbClr val="3A3326"/>
                          </a:solidFill>
                          <a:latin typeface="游明朝"/>
                          <a:ea typeface="游明朝"/>
                        </a:rPr>
                        <a:t>約1〜2週間前</a:t>
                      </a:r>
                    </a:p>
                  </a:txBody>
                  <a:tcPr anchor="ctr" marL="90000" marR="60000" marT="10000" marB="10000">
                    <a:solidFill>
                      <a:srgbClr val="FDFBF6"/>
                    </a:solidFill>
                  </a:tcPr>
                </a:tc>
              </a:tr>
              <a:tr h="381000">
                <a:tc>
                  <a:txBody>
                    <a:bodyPr wrap="square"/>
                    <a:lstStyle/>
                    <a:p>
                      <a:pPr algn="l"/>
                      <a:r>
                        <a:rPr sz="1100" b="0">
                          <a:solidFill>
                            <a:srgbClr val="3A3326"/>
                          </a:solidFill>
                          <a:latin typeface="游ゴシック"/>
                          <a:ea typeface="游ゴシック"/>
                        </a:rPr>
                        <a:t>旅行・デート・帰省</a:t>
                      </a:r>
                    </a:p>
                  </a:txBody>
                  <a:tcPr anchor="ctr" marL="90000" marR="60000" marT="10000" marB="10000">
                    <a:solidFill>
                      <a:srgbClr val="F3ECDD"/>
                    </a:solidFill>
                  </a:tcPr>
                </a:tc>
                <a:tc>
                  <a:txBody>
                    <a:bodyPr wrap="square"/>
                    <a:lstStyle/>
                    <a:p>
                      <a:pPr algn="ctr"/>
                      <a:r>
                        <a:rPr sz="1300" b="1">
                          <a:solidFill>
                            <a:srgbClr val="3A3326"/>
                          </a:solidFill>
                          <a:latin typeface="游明朝"/>
                          <a:ea typeface="游明朝"/>
                        </a:rPr>
                        <a:t>約3〜4週間前</a:t>
                      </a:r>
                    </a:p>
                  </a:txBody>
                  <a:tcPr anchor="ctr" marL="90000" marR="60000" marT="10000" marB="10000">
                    <a:solidFill>
                      <a:srgbClr val="F3ECDD"/>
                    </a:solidFill>
                  </a:tcPr>
                </a:tc>
              </a:tr>
              <a:tr h="381000">
                <a:tc>
                  <a:txBody>
                    <a:bodyPr wrap="square"/>
                    <a:lstStyle/>
                    <a:p>
                      <a:pPr algn="l"/>
                      <a:r>
                        <a:rPr sz="1100" b="0">
                          <a:solidFill>
                            <a:srgbClr val="3A3326"/>
                          </a:solidFill>
                          <a:latin typeface="游ゴシック"/>
                          <a:ea typeface="游ゴシック"/>
                        </a:rPr>
                        <a:t>卒業式・入学式・就活／証明写真</a:t>
                      </a:r>
                    </a:p>
                  </a:txBody>
                  <a:tcPr anchor="ctr" marL="90000" marR="60000" marT="10000" marB="10000">
                    <a:solidFill>
                      <a:srgbClr val="FDFBF6"/>
                    </a:solidFill>
                  </a:tcPr>
                </a:tc>
                <a:tc>
                  <a:txBody>
                    <a:bodyPr wrap="square"/>
                    <a:lstStyle/>
                    <a:p>
                      <a:pPr algn="ctr"/>
                      <a:r>
                        <a:rPr sz="1300" b="1">
                          <a:solidFill>
                            <a:srgbClr val="3A3326"/>
                          </a:solidFill>
                          <a:latin typeface="游明朝"/>
                          <a:ea typeface="游明朝"/>
                        </a:rPr>
                        <a:t>約1〜2ヶ月前</a:t>
                      </a:r>
                    </a:p>
                  </a:txBody>
                  <a:tcPr anchor="ctr" marL="90000" marR="60000" marT="10000" marB="10000">
                    <a:solidFill>
                      <a:srgbClr val="FDFBF6"/>
                    </a:solidFill>
                  </a:tcPr>
                </a:tc>
              </a:tr>
              <a:tr h="381000">
                <a:tc>
                  <a:txBody>
                    <a:bodyPr wrap="square"/>
                    <a:lstStyle/>
                    <a:p>
                      <a:pPr algn="l"/>
                      <a:r>
                        <a:rPr sz="1100" b="0">
                          <a:solidFill>
                            <a:srgbClr val="3A3326"/>
                          </a:solidFill>
                          <a:latin typeface="游ゴシック"/>
                          <a:ea typeface="游ゴシック"/>
                        </a:rPr>
                        <a:t>成人式・前撮り・友人の結婚式に参列</a:t>
                      </a:r>
                    </a:p>
                  </a:txBody>
                  <a:tcPr anchor="ctr" marL="90000" marR="60000" marT="10000" marB="10000">
                    <a:solidFill>
                      <a:srgbClr val="F3ECDD"/>
                    </a:solidFill>
                  </a:tcPr>
                </a:tc>
                <a:tc>
                  <a:txBody>
                    <a:bodyPr wrap="square"/>
                    <a:lstStyle/>
                    <a:p>
                      <a:pPr algn="ctr"/>
                      <a:r>
                        <a:rPr sz="1300" b="1">
                          <a:solidFill>
                            <a:srgbClr val="3A3326"/>
                          </a:solidFill>
                          <a:latin typeface="游明朝"/>
                          <a:ea typeface="游明朝"/>
                        </a:rPr>
                        <a:t>約2〜3ヶ月前</a:t>
                      </a:r>
                    </a:p>
                  </a:txBody>
                  <a:tcPr anchor="ctr" marL="90000" marR="60000" marT="10000" marB="10000">
                    <a:solidFill>
                      <a:srgbClr val="F3ECDD"/>
                    </a:solidFill>
                  </a:tcPr>
                </a:tc>
              </a:tr>
              <a:tr h="381000">
                <a:tc>
                  <a:txBody>
                    <a:bodyPr wrap="square"/>
                    <a:lstStyle/>
                    <a:p>
                      <a:pPr algn="l"/>
                      <a:r>
                        <a:rPr sz="1100" b="0">
                          <a:solidFill>
                            <a:srgbClr val="3A3326"/>
                          </a:solidFill>
                          <a:latin typeface="游ゴシック"/>
                          <a:ea typeface="游ゴシック"/>
                        </a:rPr>
                        <a:t>自分の結婚式</a:t>
                      </a:r>
                    </a:p>
                  </a:txBody>
                  <a:tcPr anchor="ctr" marL="90000" marR="60000" marT="10000" marB="10000">
                    <a:solidFill>
                      <a:srgbClr val="FDFBF6"/>
                    </a:solidFill>
                  </a:tcPr>
                </a:tc>
                <a:tc>
                  <a:txBody>
                    <a:bodyPr wrap="square"/>
                    <a:lstStyle/>
                    <a:p>
                      <a:pPr algn="ctr"/>
                      <a:r>
                        <a:rPr sz="1300" b="1">
                          <a:solidFill>
                            <a:srgbClr val="3A3326"/>
                          </a:solidFill>
                          <a:latin typeface="游明朝"/>
                          <a:ea typeface="游明朝"/>
                        </a:rPr>
                        <a:t>約3ヶ月〜半年前</a:t>
                      </a:r>
                    </a:p>
                  </a:txBody>
                  <a:tcPr anchor="ctr" marL="90000" marR="60000" marT="10000" marB="10000">
                    <a:solidFill>
                      <a:srgbClr val="FDFBF6"/>
                    </a:solidFill>
                  </a:tcPr>
                </a:tc>
              </a:tr>
            </a:tbl>
          </a:graphicData>
        </a:graphic>
      </p:graphicFrame>
      <p:sp>
        <p:nvSpPr>
          <p:cNvPr id="29" name="Rounded Rectangle 28"/>
          <p:cNvSpPr/>
          <p:nvPr/>
        </p:nvSpPr>
        <p:spPr>
          <a:xfrm>
            <a:off x="566928" y="6400800"/>
            <a:ext cx="6428994" cy="10058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6400800"/>
            <a:ext cx="91440"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6547104"/>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200" b="1">
                <a:solidFill>
                  <a:srgbClr val="8C7339"/>
                </a:solidFill>
                <a:latin typeface="游明朝"/>
                <a:ea typeface="游明朝"/>
              </a:rPr>
              <a:t>長期休みは“隠れみの”チャンス</a:t>
            </a:r>
          </a:p>
        </p:txBody>
      </p:sp>
      <p:sp>
        <p:nvSpPr>
          <p:cNvPr id="32" name="TextBox 31"/>
          <p:cNvSpPr txBox="1"/>
          <p:nvPr/>
        </p:nvSpPr>
        <p:spPr>
          <a:xfrm>
            <a:off x="886968" y="6894576"/>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1000" b="0">
                <a:solidFill>
                  <a:srgbClr val="3A3326"/>
                </a:solidFill>
                <a:latin typeface="游ゴシック"/>
                <a:ea typeface="游ゴシック"/>
              </a:rPr>
              <a:t>GW・夏休み・春休み・年末年始は、休みの初日に合わせて手術すれば、人に会わずにダウンタイムを過ごせます。学生・お勤めの方に人気です。</a:t>
            </a:r>
          </a:p>
        </p:txBody>
      </p:sp>
      <p:sp>
        <p:nvSpPr>
          <p:cNvPr id="33" name="TextBox 32"/>
          <p:cNvSpPr txBox="1"/>
          <p:nvPr/>
        </p:nvSpPr>
        <p:spPr>
          <a:xfrm>
            <a:off x="566928" y="7635240"/>
            <a:ext cx="6428994" cy="457200"/>
          </a:xfrm>
          <a:prstGeom prst="rect">
            <a:avLst/>
          </a:prstGeom>
          <a:noFill/>
        </p:spPr>
        <p:txBody>
          <a:bodyPr wrap="square" anchor="t" lIns="0" rIns="0" tIns="0" bIns="0">
            <a:spAutoFit/>
          </a:bodyPr>
          <a:lstStyle/>
          <a:p>
            <a:pPr algn="l">
              <a:lnSpc>
                <a:spcPct val="140000"/>
              </a:lnSpc>
              <a:spcBef>
                <a:spcPts val="0"/>
              </a:spcBef>
              <a:spcAft>
                <a:spcPts val="100"/>
              </a:spcAft>
            </a:pPr>
            <a:r>
              <a:rPr sz="900" b="0">
                <a:solidFill>
                  <a:srgbClr val="7A7060"/>
                </a:solidFill>
                <a:latin typeface="游ゴシック"/>
                <a:ea typeface="游ゴシック"/>
              </a:rPr>
              <a:t>※ 回復・最適な時期には個人差があります。骨切り・肋軟骨など大きな手術は、もう少し余裕を。詳しい逆算はカウンセリング・DMでご相談ください。</a:t>
            </a:r>
          </a:p>
        </p:txBody>
      </p:sp>
      <p:sp>
        <p:nvSpPr>
          <p:cNvPr id="34" name="TextBox 33"/>
          <p:cNvSpPr txBox="1"/>
          <p:nvPr/>
        </p:nvSpPr>
        <p:spPr>
          <a:xfrm>
            <a:off x="566928" y="10304590"/>
            <a:ext cx="462887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デザインカタログ｜ダウンタイム逆算カレンダー</a:t>
            </a:r>
          </a:p>
        </p:txBody>
      </p:sp>
      <p:sp>
        <p:nvSpPr>
          <p:cNvPr id="35" name="TextBox 3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28</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3EA"/>
        </a:solidFill>
        <a:effectLst/>
      </p:bgPr>
    </p:bg>
    <p:spTree>
      <p:nvGrpSpPr>
        <p:cNvPr id="1" name=""/>
        <p:cNvGrpSpPr/>
        <p:nvPr/>
      </p:nvGrpSpPr>
      <p:grpSpPr/>
      <p:sp>
        <p:nvSpPr>
          <p:cNvPr id="2" name="Picture Placeholder 1"/>
          <p:cNvSpPr>
            <a:spLocks noGrp="1"/>
          </p:cNvSpPr>
          <p:nvPr>
            <p:ph type="pic" idx="10"/>
          </p:nvPr>
        </p:nvSpPr>
        <p:spPr/>
        <p:txBody>
          <a:bodyPr/>
          <a:p/>
        </p:txBody>
      </p:sp>
      <p:sp>
        <p:nvSpPr>
          <p:cNvPr id="3" name="Picture Placeholder 2"/>
          <p:cNvSpPr>
            <a:spLocks noGrp="1"/>
          </p:cNvSpPr>
          <p:nvPr>
            <p:ph type="pic" idx="11"/>
          </p:nvPr>
        </p:nvSpPr>
        <p:spPr/>
        <p:txBody>
          <a:bodyPr/>
          <a:p/>
        </p:txBody>
      </p:sp>
      <p:sp>
        <p:nvSpPr>
          <p:cNvPr id="4" name="Picture Placeholder 3"/>
          <p:cNvSpPr>
            <a:spLocks noGrp="1"/>
          </p:cNvSpPr>
          <p:nvPr>
            <p:ph type="pic" idx="12"/>
          </p:nvPr>
        </p:nvSpPr>
        <p:spPr/>
        <p:txBody>
          <a:bodyPr/>
          <a:p/>
        </p:txBody>
      </p:sp>
      <p:sp>
        <p:nvSpPr>
          <p:cNvPr id="5" name="Picture Placeholder 4"/>
          <p:cNvSpPr>
            <a:spLocks noGrp="1"/>
          </p:cNvSpPr>
          <p:nvPr>
            <p:ph type="pic" idx="13"/>
          </p:nvPr>
        </p:nvSpPr>
        <p:spPr/>
        <p:txBody>
          <a:bodyPr/>
          <a:p/>
        </p:txBody>
      </p:sp>
      <p:sp>
        <p:nvSpPr>
          <p:cNvPr id="6" name="Picture Placeholder 5"/>
          <p:cNvSpPr>
            <a:spLocks noGrp="1"/>
          </p:cNvSpPr>
          <p:nvPr>
            <p:ph type="pic" idx="14"/>
          </p:nvPr>
        </p:nvSpPr>
        <p:spPr/>
        <p:txBody>
          <a:bodyPr/>
          <a:p/>
        </p:txBody>
      </p:sp>
      <p:sp>
        <p:nvSpPr>
          <p:cNvPr id="7" name="Picture Placeholder 6"/>
          <p:cNvSpPr>
            <a:spLocks noGrp="1"/>
          </p:cNvSpPr>
          <p:nvPr>
            <p:ph type="pic" idx="15"/>
          </p:nvPr>
        </p:nvSpPr>
        <p:spPr/>
        <p:txBody>
          <a:bodyPr/>
          <a:p/>
        </p:txBody>
      </p:sp>
      <p:sp>
        <p:nvSpPr>
          <p:cNvPr id="8" name="Picture Placeholder 7"/>
          <p:cNvSpPr>
            <a:spLocks noGrp="1"/>
          </p:cNvSpPr>
          <p:nvPr>
            <p:ph type="pic" idx="16"/>
          </p:nvPr>
        </p:nvSpPr>
        <p:spPr/>
        <p:txBody>
          <a:bodyPr/>
          <a:p/>
        </p:txBody>
      </p:sp>
      <p:sp>
        <p:nvSpPr>
          <p:cNvPr id="9" name="Picture Placeholder 8"/>
          <p:cNvSpPr>
            <a:spLocks noGrp="1"/>
          </p:cNvSpPr>
          <p:nvPr>
            <p:ph type="pic" idx="17"/>
          </p:nvPr>
        </p:nvSpPr>
        <p:spPr/>
        <p:txBody>
          <a:bodyPr/>
          <a:p/>
        </p:txBody>
      </p:sp>
      <p:sp>
        <p:nvSpPr>
          <p:cNvPr id="10" name="Picture Placeholder 9"/>
          <p:cNvSpPr>
            <a:spLocks noGrp="1"/>
          </p:cNvSpPr>
          <p:nvPr>
            <p:ph type="pic" idx="20"/>
          </p:nvPr>
        </p:nvSpPr>
        <p:spPr/>
        <p:txBody>
          <a:bodyPr/>
          <a:p/>
        </p:txBody>
      </p:sp>
      <p:sp>
        <p:nvSpPr>
          <p:cNvPr id="11" name="Picture Placeholder 10"/>
          <p:cNvSpPr>
            <a:spLocks noGrp="1"/>
          </p:cNvSpPr>
          <p:nvPr>
            <p:ph type="pic" idx="21"/>
          </p:nvPr>
        </p:nvSpPr>
        <p:spPr/>
        <p:txBody>
          <a:bodyPr/>
          <a:p/>
        </p:txBody>
      </p:sp>
      <p:sp>
        <p:nvSpPr>
          <p:cNvPr id="12" name="Picture Placeholder 11"/>
          <p:cNvSpPr>
            <a:spLocks noGrp="1"/>
          </p:cNvSpPr>
          <p:nvPr>
            <p:ph type="pic" idx="22"/>
          </p:nvPr>
        </p:nvSpPr>
        <p:spPr/>
        <p:txBody>
          <a:bodyPr/>
          <a:p/>
        </p:txBody>
      </p:sp>
      <p:sp>
        <p:nvSpPr>
          <p:cNvPr id="13" name="TextBox 1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PATIENT PROGRESS</a:t>
            </a:r>
          </a:p>
        </p:txBody>
      </p:sp>
      <p:sp>
        <p:nvSpPr>
          <p:cNvPr id="14" name="TextBox 1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500" b="1">
                <a:solidFill>
                  <a:srgbClr val="3A3326"/>
                </a:solidFill>
                <a:latin typeface="游明朝"/>
                <a:ea typeface="游明朝"/>
              </a:rPr>
              <a:t>患者さまの経過（複数の実例）</a:t>
            </a:r>
          </a:p>
        </p:txBody>
      </p:sp>
      <p:sp>
        <p:nvSpPr>
          <p:cNvPr id="15" name="TextBox 1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16" name="Rectangle 1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1499616"/>
            <a:ext cx="6428994" cy="45720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腫れの引き方は十人十色。複数の患者さまの“同じ時点”を並べました。「自分だけ」ではなく、みんな同じように回復していきます。</a:t>
            </a:r>
          </a:p>
        </p:txBody>
      </p:sp>
      <p:sp>
        <p:nvSpPr>
          <p:cNvPr id="18" name="TextBox 17"/>
          <p:cNvSpPr txBox="1"/>
          <p:nvPr/>
        </p:nvSpPr>
        <p:spPr>
          <a:xfrm>
            <a:off x="566928" y="2011680"/>
            <a:ext cx="6428994" cy="256032"/>
          </a:xfrm>
          <a:prstGeom prst="rect">
            <a:avLst/>
          </a:prstGeom>
          <a:noFill/>
        </p:spPr>
        <p:txBody>
          <a:bodyPr wrap="square" anchor="t" lIns="0" rIns="0" tIns="0" bIns="0">
            <a:spAutoFit/>
          </a:bodyPr>
          <a:lstStyle/>
          <a:p>
            <a:pPr algn="l">
              <a:lnSpc>
                <a:spcPct val="115000"/>
              </a:lnSpc>
              <a:spcBef>
                <a:spcPts val="0"/>
              </a:spcBef>
              <a:spcAft>
                <a:spcPts val="100"/>
              </a:spcAft>
            </a:pPr>
            <a:r>
              <a:rPr sz="1250" b="1">
                <a:solidFill>
                  <a:srgbClr val="8C7339"/>
                </a:solidFill>
                <a:latin typeface="游明朝"/>
                <a:ea typeface="游明朝"/>
              </a:rPr>
              <a:t>1週間後（ギプスオフ直後）</a:t>
            </a:r>
          </a:p>
        </p:txBody>
      </p:sp>
      <p:sp>
        <p:nvSpPr>
          <p:cNvPr id="19" name="TextBox 18"/>
          <p:cNvSpPr txBox="1"/>
          <p:nvPr/>
        </p:nvSpPr>
        <p:spPr>
          <a:xfrm>
            <a:off x="566928" y="3886200"/>
            <a:ext cx="6428994" cy="256032"/>
          </a:xfrm>
          <a:prstGeom prst="rect">
            <a:avLst/>
          </a:prstGeom>
          <a:noFill/>
        </p:spPr>
        <p:txBody>
          <a:bodyPr wrap="square" anchor="t" lIns="0" rIns="0" tIns="0" bIns="0">
            <a:spAutoFit/>
          </a:bodyPr>
          <a:lstStyle/>
          <a:p>
            <a:pPr algn="l">
              <a:lnSpc>
                <a:spcPct val="115000"/>
              </a:lnSpc>
              <a:spcBef>
                <a:spcPts val="0"/>
              </a:spcBef>
              <a:spcAft>
                <a:spcPts val="100"/>
              </a:spcAft>
            </a:pPr>
            <a:r>
              <a:rPr sz="1250" b="1">
                <a:solidFill>
                  <a:srgbClr val="8C7339"/>
                </a:solidFill>
                <a:latin typeface="游明朝"/>
                <a:ea typeface="游明朝"/>
              </a:rPr>
              <a:t>1ヶ月後</a:t>
            </a:r>
          </a:p>
        </p:txBody>
      </p:sp>
      <p:sp>
        <p:nvSpPr>
          <p:cNvPr id="20" name="TextBox 19"/>
          <p:cNvSpPr txBox="1"/>
          <p:nvPr/>
        </p:nvSpPr>
        <p:spPr>
          <a:xfrm>
            <a:off x="566928" y="5989320"/>
            <a:ext cx="6428994" cy="256032"/>
          </a:xfrm>
          <a:prstGeom prst="rect">
            <a:avLst/>
          </a:prstGeom>
          <a:noFill/>
        </p:spPr>
        <p:txBody>
          <a:bodyPr wrap="square" anchor="t" lIns="0" rIns="0" tIns="0" bIns="0">
            <a:spAutoFit/>
          </a:bodyPr>
          <a:lstStyle/>
          <a:p>
            <a:pPr algn="l">
              <a:lnSpc>
                <a:spcPct val="115000"/>
              </a:lnSpc>
              <a:spcBef>
                <a:spcPts val="0"/>
              </a:spcBef>
              <a:spcAft>
                <a:spcPts val="100"/>
              </a:spcAft>
            </a:pPr>
            <a:r>
              <a:rPr sz="1250" b="1">
                <a:solidFill>
                  <a:srgbClr val="8C7339"/>
                </a:solidFill>
                <a:latin typeface="游明朝"/>
                <a:ea typeface="游明朝"/>
              </a:rPr>
              <a:t>半年後インタビュー（QRから動画へ）</a:t>
            </a:r>
          </a:p>
        </p:txBody>
      </p:sp>
      <p:sp>
        <p:nvSpPr>
          <p:cNvPr id="21" name="TextBox 20"/>
          <p:cNvSpPr txBox="1"/>
          <p:nvPr/>
        </p:nvSpPr>
        <p:spPr>
          <a:xfrm>
            <a:off x="566928" y="7360920"/>
            <a:ext cx="6428994" cy="457200"/>
          </a:xfrm>
          <a:prstGeom prst="rect">
            <a:avLst/>
          </a:prstGeom>
          <a:noFill/>
        </p:spPr>
        <p:txBody>
          <a:bodyPr wrap="square" anchor="t" lIns="0" rIns="0" tIns="0" bIns="0">
            <a:spAutoFit/>
          </a:bodyPr>
          <a:lstStyle/>
          <a:p>
            <a:pPr algn="l">
              <a:lnSpc>
                <a:spcPct val="140000"/>
              </a:lnSpc>
              <a:spcBef>
                <a:spcPts val="0"/>
              </a:spcBef>
              <a:spcAft>
                <a:spcPts val="100"/>
              </a:spcAft>
            </a:pPr>
            <a:r>
              <a:rPr sz="900" b="0">
                <a:solidFill>
                  <a:srgbClr val="7A7060"/>
                </a:solidFill>
                <a:latin typeface="游ゴシック"/>
                <a:ea typeface="游ゴシック"/>
              </a:rPr>
              <a:t>※ 写真・動画はご本人の同意を得て掲載。効果・回復には個人差があります。各枠をクリックで写真／QRを挿入できます。</a:t>
            </a:r>
          </a:p>
        </p:txBody>
      </p:sp>
      <p:sp>
        <p:nvSpPr>
          <p:cNvPr id="22" name="TextBox 21"/>
          <p:cNvSpPr txBox="1"/>
          <p:nvPr/>
        </p:nvSpPr>
        <p:spPr>
          <a:xfrm>
            <a:off x="566928" y="10304590"/>
            <a:ext cx="462887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デザインカタログ｜患者さまの経過</a:t>
            </a:r>
          </a:p>
        </p:txBody>
      </p:sp>
      <p:sp>
        <p:nvSpPr>
          <p:cNvPr id="23" name="TextBox 22"/>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