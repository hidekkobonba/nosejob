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566928" y="2084831"/>
            <a:ext cx="3168777" cy="1847088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2" name="写真枠 11"/>
          <p:cNvSpPr>
            <a:spLocks noGrp="1"/>
          </p:cNvSpPr>
          <p:nvPr>
            <p:ph type="pic" idx="11"/>
          </p:nvPr>
        </p:nvSpPr>
        <p:spPr>
          <a:xfrm>
            <a:off x="3827145" y="2084831"/>
            <a:ext cx="3168777" cy="1847088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3" name="写真枠 12"/>
          <p:cNvSpPr>
            <a:spLocks noGrp="1"/>
          </p:cNvSpPr>
          <p:nvPr>
            <p:ph type="pic" idx="12"/>
          </p:nvPr>
        </p:nvSpPr>
        <p:spPr>
          <a:xfrm>
            <a:off x="566928" y="4288536"/>
            <a:ext cx="3168777" cy="832104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4" name="写真枠 13"/>
          <p:cNvSpPr>
            <a:spLocks noGrp="1"/>
          </p:cNvSpPr>
          <p:nvPr>
            <p:ph type="pic" idx="13"/>
          </p:nvPr>
        </p:nvSpPr>
        <p:spPr>
          <a:xfrm>
            <a:off x="3827145" y="4288536"/>
            <a:ext cx="3168777" cy="832104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写真枠 10"/>
          <p:cNvSpPr>
            <a:spLocks noGrp="1"/>
          </p:cNvSpPr>
          <p:nvPr>
            <p:ph type="pic" idx="10"/>
          </p:nvPr>
        </p:nvSpPr>
        <p:spPr>
          <a:xfrm>
            <a:off x="566928" y="2084831"/>
            <a:ext cx="3168777" cy="3035808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6" name="写真枠 11"/>
          <p:cNvSpPr>
            <a:spLocks noGrp="1"/>
          </p:cNvSpPr>
          <p:nvPr>
            <p:ph type="pic" idx="11"/>
          </p:nvPr>
        </p:nvSpPr>
        <p:spPr>
          <a:xfrm>
            <a:off x="3827145" y="2084831"/>
            <a:ext cx="3168777" cy="3035808"/>
          </a:xfrm>
          <a:prstGeom prst="roundRect">
            <a:avLst>
              <a:gd name="adj" fmla="val 6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3"/>
          </p:nvPr>
        </p:nvSpPr>
        <p:spPr/>
      </p:sp>
      <p:sp>
        <p:nvSpPr>
          <p:cNvPr id="6" name="TextBox 5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64289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After）／ 枠をクリックで写真挿入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1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1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1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46001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450875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0042" y="6720840"/>
            <a:ext cx="960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042" y="67208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8602" y="7699248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最新料金はこちら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@zetith_hane／院内・上記QRにてご確認ください。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