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「どこを変えるか」より「どんな印象になりたいか」。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近いお顔の実例から、あなたの“なりたい”を一緒に探す保存版です。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が実際に手がけた症例を「なりたい印象」ごとに整理した保存版です。気になるページをカウンセリングで見せていただければ、ベクトラ（3Dシミュレーション）と合わせて“あなたの理想”をその場で形に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8892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0040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印象・お悩みタグ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どのデザイン／部位に当たるか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1425" y="320040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正面・斜め・横顔の3方向で変化を確認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4904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1425" y="374904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29768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429768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463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総額＋月々の目安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税込総額と医療ローン例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1425" y="48463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612648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630936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クローズド法（傷が残らない鼻整形）について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6675120"/>
            <a:ext cx="578891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Dr.羽根は、鼻の穴の中から手術する「クローズド法」を基本としています。外からの傷あとが残らず、ダウンタイムにも配慮しながら、自然で“やりすぎない”仕上がりを設計します。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7818120"/>
            <a:ext cx="6428994" cy="17830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7818120"/>
            <a:ext cx="73152" cy="17830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7982712"/>
            <a:ext cx="58803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8348472"/>
            <a:ext cx="588035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・鼻整形は自由診療（保険適用外）です。各症例に総額（税込）とリスクを記載しています。
・記載の費用・月々は目安です。最終的なお見積りはカウンセリングで明示します。
・本資料は手術を保証・推奨するものではなく、判断はカウンセリングで一緒に行います。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2つの入口・目次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「なりたい印象」からでも、「気になるお悩み」からでも、自分に近い症例に辿り着けます。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488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① なりたい印象から探す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560320"/>
            <a:ext cx="2021078" cy="15087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56032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761488"/>
            <a:ext cx="18016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73552"/>
            <a:ext cx="18016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584448"/>
            <a:ext cx="18016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中顔面短縮×あざと可愛さ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840480"/>
            <a:ext cx="180162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明朝"/>
                <a:ea typeface="游明朝"/>
              </a:rPr>
              <a:t>P5〜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70886" y="2560320"/>
            <a:ext cx="2021078" cy="15087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886" y="256032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614" y="2761488"/>
            <a:ext cx="18016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614" y="3273552"/>
            <a:ext cx="18016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614" y="3584448"/>
            <a:ext cx="18016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忘れ鼻×横顔の品格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614" y="3840480"/>
            <a:ext cx="180162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明朝"/>
                <a:ea typeface="游明朝"/>
              </a:rPr>
              <a:t>P10〜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74844" y="2560320"/>
            <a:ext cx="2021078" cy="15087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74844" y="256032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4572" y="2761488"/>
            <a:ext cx="18016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572" y="3273552"/>
            <a:ext cx="18016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572" y="3584448"/>
            <a:ext cx="18016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高さ×Eライン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4572" y="3840480"/>
            <a:ext cx="180162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明朝"/>
                <a:ea typeface="游明朝"/>
              </a:rPr>
              <a:t>P15〜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4348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② 気になるお悩みから探す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928" y="4846320"/>
          <a:ext cx="642899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3214497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</a:t>
                      </a:r>
                    </a:p>
                  </a:txBody>
                  <a:tcPr anchor="ctr" marL="90000" marR="90000" marT="20000" marB="20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該当ページ</a:t>
                      </a:r>
                    </a:p>
                  </a:txBody>
                  <a:tcPr anchor="ctr" marL="90000" marR="90000" marT="20000" marB="20000">
                    <a:solidFill>
                      <a:srgbClr val="B0934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団子鼻・鼻先の丸み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P15（団子鼻解消）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わし鼻・ハンプ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P13（わし鼻・ハンプ解消）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鼻先の溝・凹凸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P18（鼻先の溝・凹凸の解消）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鼻の穴・小鼻が目立つ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P8（小鼻）／P7（ACR改善）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豚鼻・短鼻（アップノーズ）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P10（短鼻解消）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拘縮鼻・他院修正をやり直したい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P11（拘縮鼻修正・肋軟骨）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鼻筋の高さ・Eラインを出したい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P17（貴族手術）／P16（華やか鼻）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中顔面が長い・小顔に見せたい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P6（中顔面短縮）／P5（滑らかな鼻）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デザインカタログ｜2つの入口・目次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642899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0934E"/>
                </a:solidFill>
                <a:latin typeface="游明朝"/>
                <a:ea typeface="游明朝"/>
              </a:rPr>
              <a:t>― 可愛い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200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“中顔面短縮”と“あざと可愛さ”を重視したデザイン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760720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76072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滑らかな鼻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760720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鼻先まで滑らかなカーブでつなぎ、小顔効果まで意識したデザイン。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6510528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6510528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中顔面短縮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6510528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7260336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7260336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ACR改善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7260336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8010144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8010144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小鼻縮小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8010144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小鼻の広がりだけを抑え、可愛い印象を壊さない引き算の設計。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デザインカタログ｜Baby &amp; 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滑らかな鼻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お悩み：鼻先の丸み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斜め45°の変化（Before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鼻先まで滑らかなカーブでつなぎ、小顔効果まで意識したデザイン。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「鼻先だけ」を整えて、もとの可愛い雰囲気を残せました。（担当：Dr.羽根）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01｜滑らかな鼻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中顔面短縮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お悩み：中顔面が長い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・左右差、知覚の鈍さが一時的に出ることがあります
・効果に個人差があります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鼻の長さが変わるだけで“顔が小さく見える”と驚かれました。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02｜中顔面短縮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ACR改善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お悩み：小鼻・鼻の穴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正面の印象が“あざと可愛く”なる、繊細な調整です。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03｜ACR改善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小鼻縮小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お悩み：鼻の穴・小鼻が目立つ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30代／横顔：半ラウンド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小鼻の広がりだけを抑え、可愛い印象を壊さない引き算の設計。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“小さくしすぎない”のがポイント。正面の余白だけ整えました。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04｜小鼻縮小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642899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0934E"/>
                </a:solidFill>
                <a:latin typeface="游明朝"/>
                <a:ea typeface="游明朝"/>
              </a:rPr>
              <a:t>― 忘れ鼻・大人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200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“忘れ鼻”と“横顔の品格”を追求したナチュラル美デザイン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760720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76072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短鼻解消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760720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鼻先から鼻先まで、自然な向きと高さに整える。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6510528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6510528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拘縮鼻修正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6510528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拘縮した鼻を肋軟骨で鼻中隔延長し、立体感を取り戻す。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7260336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7260336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半ラウンド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7260336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自然なカーブを残し、大人の落ち着いた雰囲気に。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8010144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8010144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わし鼻・ハンプ解消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8010144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鼻筋の出っ張りを削り、まっすぐで上品な横顔ラインに。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デザインカタログ｜Elegant &amp; Straight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短鼻解消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お悩み：豚鼻・アップノーズ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鼻先から鼻先まで、自然な向きと高さに整える。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・延長量により後戻り・知覚の鈍さが出ることがあります
・効果に個人差があり、修正が必要な場合があります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上向きの鼻先を自然に下ろし、横顔の印象が一段上がりました。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05｜短鼻解消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拘縮鼻修正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お悩み：拘縮鼻・他院修正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拘縮した鼻を肋軟骨で鼻中隔延長し、立体感を取り戻す。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難しい拘縮も、肋軟骨でしっかり土台から作り直せます。※修正は鉄Drと連携。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06｜拘縮鼻修正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半ラウンド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お悩み：横顔の品格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40代／横顔：半ラウンド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自然なカーブを残し、大人の落ち着いた雰囲気に。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鼻尖形成＋ヒアルロン酸 or プロテーゼ調整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プロテーゼ（シリコン）／必要に応じ自家組織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・効果に個人差があり、入れ替えが必要な場合があります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¥480,000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¥8,500〜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“やりすぎない”半ラウンドが、大人の品格をつくります。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07｜半ラウンド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わし鼻・ハンプ解消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お悩み：わし鼻・ハンプ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40代／横顔：ストレート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鼻筋の出っ張りを削り、まっすぐで上品な横顔ラインに。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・骨切り部の段差・左右差が生じる可能性
・効果に個人差があります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横顔の“引っかかり”が消えると、品が一気に出ます。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08｜わし鼻・ハンプ解消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642899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0934E"/>
                </a:solidFill>
                <a:latin typeface="游明朝"/>
                <a:ea typeface="游明朝"/>
              </a:rPr>
              <a:t>― 華やか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200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“圧倒的な高さ”と“Eライン”を完成させるフルオーダーデザイン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760720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76072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団子鼻解消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760720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鼻翼から鼻先までシャープな印象に引き締める。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6510528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6510528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華やか鼻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6510528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鼻先をシャープに調整し、凹凸改善まで一気に実現。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7260336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7260336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貴族手術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7260336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鼻根部から持ち上げ、横顔の表現力（Eライン）を演出。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8010144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8010144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8010144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鼻先の溝や凹凸をならし、なめらかで華やかな横顔に。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デザインカタログ｜Dramatic &amp; Glamorous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団子鼻解消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お悩み：団子鼻・鼻先の丸み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鼻翼から鼻先までシャープな印象に引き締める。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丸い鼻先がシャープになるだけで、顔全体が華やかに。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09｜団子鼻解消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華やか鼻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お悩み：ハーフ顔・主役級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斜め45°の変化（Before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鼻先をシャープに調整し、凹凸改善まで一気に実現。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隆鼻（プロテーゼ）＋鼻尖形成＋鼻中隔延長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プロテーゼ＋自家組織（鼻中隔軟骨）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腫れのピーク3〜6日／ギプス固定約7日／1〜3ヶ月で自然に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¥660,000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¥11,800〜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高さと鼻先を同時に設計して、主役級のハーフ顔に。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10｜華やか鼻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貴族手術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お悩み：Eライン・横顔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鼻根部から持ち上げ、横顔の表現力（Eライン）を演出。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鼻の付け根を起こすと、Eラインと立体感が一気に出ます。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11｜貴族手術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お悩み：鼻先の溝・凹凸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鼻先の溝や凹凸をならし、なめらかで華やかな横顔に。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・左右差、移植軟骨の輪郭が出る可能性
・効果に個人差があります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光の当たる鼻先の凹凸をならすと、写真映えが変わります。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12｜鼻先の溝・凹凸の解消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「華やか鼻」を選ばれた20代の方の、相談から3ヶ月までの実際の経過です。ダウンタイムのリアルを、ご本人のインタビュー動画と合わせてご覧ください。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腫れの大半が引く。横顔のラインが整い、周囲に気づかれにくい自然さに。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「ダウンタイムが思ったより楽だった」「もっと早く受ければよかった」——ご本人の言葉でどうぞ。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全カウンセリングで“なりたい鼻”をその場で可視化。仕上がりのイメージを共有してから決定。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5周年・多数の症例実績。難症例・他院修正は鼻修正専門のDr.鉄と連携し、院全体で対応。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麻酔に伴う合併症（静脈麻酔・全身麻酔）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代表的な術式の目安です。組み合わせ・状態により変動します。正式なお見積りはカウンセリングで提示します。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28000" marB="2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総額（税込）</a:t>
                      </a:r>
                    </a:p>
                  </a:txBody>
                  <a:tcPr anchor="ctr" marL="80000" marR="80000" marT="28000" marB="2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28000" marB="28000">
                    <a:solidFill>
                      <a:srgbClr val="B0934E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ハンプ切除（わし鼻）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鼻フルコース（隆鼻＋鼻尖＋延長）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肋軟骨移植・拘縮/他院修正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お支払いについて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49440"/>
            <a:ext cx="56974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現金・各種クレジットカード・医療ローン（分割）に対応。月々はローン60回払いの一例です。麻酔・薬・術後の診察を含む「総額」と、ご予算に合わせた月々のプランをカウンセリングでご提案します。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8001000"/>
            <a:ext cx="642899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※ 上記は手術料金の目安です。鼻整形は自由診療（保険適用外）です。
※ 月々の金額は金利・支払回数により変動します。実際のお支払い例は店頭でご確認ください。
※ 5周年キャンペーン等の最新情報は @zetith_hane / 院内にてご案内します。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デザインカタログ｜料金・月々のお支払い目安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印象別・お悩み別の確かなデザイン力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