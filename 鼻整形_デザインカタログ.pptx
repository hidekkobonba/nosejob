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7562850" cy="1068863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4630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ZETITH BEAUTY CLINIC FUKUOKA  ／  Dr.HANE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7A7060"/>
                </a:solidFill>
                <a:latin typeface="游明朝"/>
                <a:ea typeface="游明朝"/>
              </a:rPr>
              <a:t>5th Anniversary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642899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鼻整形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デザインカタログ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58465" y="4251960"/>
            <a:ext cx="164592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48056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A3326"/>
                </a:solidFill>
                <a:latin typeface="游明朝"/>
                <a:ea typeface="游明朝"/>
              </a:rPr>
              <a:t>“自然さ”にこだわる、クローズド法の設計集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074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「どこを変えるか」より「どんな印象になりたいか」。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近いお顔の実例から、あなたの“なりたい”を一緒に探す保存版です。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0886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70886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62326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326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844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4844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6284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6284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87782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羽瀬 和秀  ／  Dr. Hane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9125712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@zetith_hane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この資料の見方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本カタログは、Dr.羽根が実際に手がけた症例を「なりたい印象」ごとに整理した保存版です。気になるページをカウンセリングで見せていただければ、ベクトラ（3Dシミュレーション）と合わせて“あなたの理想”をその場で形にし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8892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各症例ページに載っていること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20040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① 印象・お悩みタグ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どのデザイン／部位に当たるか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1425" y="320040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② Before / After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正面・斜め・横顔の3方向で変化を確認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4904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③ 設計のポイント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この鼻で“何を狙ったか”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1425" y="374904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④ 術式・使用材料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クローズド法／使用した材料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29768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⑤ ダウンタイム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腫れ・内出血が引くまでの目安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429768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⑥ リスク・副作用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起こりうる症状（必読）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8463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⑦ 総額＋月々の目安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税込総額と医療ローン例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1425" y="48463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⑧ 本人インタビュー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QRから“本人の声”動画へ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612648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6309360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クローズド法（傷が残らない鼻整形）について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6675120"/>
            <a:ext cx="578891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Dr.羽根は、鼻の穴の中から手術する「クローズド法」を基本としています。外からの傷あとが残らず、ダウンタイムにも配慮しながら、自然で“やりすぎない”仕上がりを設計します。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7818120"/>
            <a:ext cx="6428994" cy="17830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7818120"/>
            <a:ext cx="73152" cy="17830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7982712"/>
            <a:ext cx="58803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553A"/>
                </a:solidFill>
                <a:latin typeface="游ゴシック"/>
                <a:ea typeface="游ゴシック"/>
              </a:rPr>
              <a:t>⚠ 必ずお読みください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8348472"/>
            <a:ext cx="588035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・掲載写真はご本人の同意を得て掲載しています。効果には個人差があります。
・鼻整形は自由診療（保険適用外）です。各症例に総額（税込）とリスクを記載しています。
・記載の費用・月々は目安です。最終的なお見積りはカウンセリングで明示します。
・本資料は手術を保証・推奨するものではなく、判断はカウンセリングで一緒に行います。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デザインカタログ｜この資料の見方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2つの入口・目次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「なりたい印象」からでも、「気になるお悩み」からでも、自分に近い症例に辿り着けます。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488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① なりたい印象から探す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560320"/>
            <a:ext cx="2021078" cy="15087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56032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761488"/>
            <a:ext cx="18016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273552"/>
            <a:ext cx="18016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584448"/>
            <a:ext cx="18016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中顔面短縮×あざと可愛さ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3840480"/>
            <a:ext cx="180162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明朝"/>
                <a:ea typeface="游明朝"/>
              </a:rPr>
              <a:t>P5〜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70886" y="2560320"/>
            <a:ext cx="2021078" cy="15087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70886" y="256032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614" y="2761488"/>
            <a:ext cx="18016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614" y="3273552"/>
            <a:ext cx="18016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614" y="3584448"/>
            <a:ext cx="18016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忘れ鼻×横顔の品格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614" y="3840480"/>
            <a:ext cx="180162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明朝"/>
                <a:ea typeface="游明朝"/>
              </a:rPr>
              <a:t>P10〜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74844" y="2560320"/>
            <a:ext cx="2021078" cy="15087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74844" y="256032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4572" y="2761488"/>
            <a:ext cx="18016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572" y="3273552"/>
            <a:ext cx="18016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572" y="3584448"/>
            <a:ext cx="18016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高さ×Eライン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4572" y="3840480"/>
            <a:ext cx="180162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明朝"/>
                <a:ea typeface="游明朝"/>
              </a:rPr>
              <a:t>P15〜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4348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② 気になるお悩みから探す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66928" y="4846320"/>
          <a:ext cx="6428994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3214497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お悩み</a:t>
                      </a:r>
                    </a:p>
                  </a:txBody>
                  <a:tcPr anchor="ctr" marL="90000" marR="90000" marT="20000" marB="20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該当ページ</a:t>
                      </a:r>
                    </a:p>
                  </a:txBody>
                  <a:tcPr anchor="ctr" marL="90000" marR="90000" marT="20000" marB="20000">
                    <a:solidFill>
                      <a:srgbClr val="B0934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団子鼻・鼻先の丸み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P15（団子鼻解消）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わし鼻・ハンプ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P13（わし鼻・ハンプ解消）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鼻先の溝・凹凸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P18（鼻先の溝・凹凸の解消）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鼻の穴・小鼻が目立つ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P8（小鼻）／P7（ACR改善）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豚鼻・短鼻（アップノーズ）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P10（短鼻解消）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拘縮鼻・他院修正をやり直したい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P11（拘縮鼻修正・肋軟骨）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鼻筋の高さ・Eラインを出したい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P17（貴族手術）／P16（華やか鼻）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中顔面が長い・小顔に見せたい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P6（中顔面短縮）／P5（滑らかな鼻）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デザインカタログ｜2つの入口・目次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51760"/>
            <a:ext cx="642899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40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B0934E"/>
                </a:solidFill>
                <a:latin typeface="游明朝"/>
                <a:ea typeface="游明朝"/>
              </a:rPr>
              <a:t>― 可愛い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7200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“中顔面短縮”と“あざと可愛さ”を重視したデザイン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760720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76072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滑らかな鼻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5760720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鼻先まで滑らかなカーブでつなぎ、小顔効果まで意識したデザイン。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6510528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6510528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中顔面短縮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6510528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7260336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7260336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ACR改善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7260336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8010144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8010144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小鼻縮小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8010144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小鼻の広がりだけを抑え、可愛い印象を壊さない引き算の設計。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デザインカタログ｜Baby &amp; Cute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01 ／ Baby &amp;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滑らかな鼻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お悩み：鼻先の丸み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454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5052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1901952"/>
            <a:ext cx="493776" cy="137160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901952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856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4454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4454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5052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5052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83280"/>
            <a:ext cx="493776" cy="13716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83280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3856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454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454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15052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5052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92040"/>
            <a:ext cx="6428994" cy="6400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8348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4892040"/>
            <a:ext cx="460019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鼻先まで滑らかなカーブでつなぎ、小顔効果まで意識したデザイン。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6928" y="553212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6928" y="699516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995160"/>
            <a:ext cx="73152" cy="15544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7488936"/>
            <a:ext cx="266585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8585" y="6995160"/>
            <a:ext cx="3077337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4617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7452360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79278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4617" y="822045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8641080"/>
            <a:ext cx="1417320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9409176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12848" y="8641080"/>
            <a:ext cx="4783074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8759952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448" y="9025128"/>
            <a:ext cx="43258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「鼻先だけ」を整えて、もとの可愛い雰囲気を残せました。（担当：Dr.羽根）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01｜滑らかな鼻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02 ／ Baby &amp;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中顔面短縮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お悩み：中顔面が長い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454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5052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1901952"/>
            <a:ext cx="493776" cy="137160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901952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856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4454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4454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5052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5052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83280"/>
            <a:ext cx="493776" cy="13716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83280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3856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454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454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15052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5052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92040"/>
            <a:ext cx="6428994" cy="6400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8348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4892040"/>
            <a:ext cx="460019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6928" y="553212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腫れのピーク3〜6日／2週間でメイクで隠せる程度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6928" y="699516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995160"/>
            <a:ext cx="73152" cy="15544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7488936"/>
            <a:ext cx="266585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・左右差、知覚の鈍さが一時的に出ることがあります
・効果に個人差があります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8585" y="6995160"/>
            <a:ext cx="3077337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4617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7452360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79278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4617" y="822045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8641080"/>
            <a:ext cx="1417320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9409176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12848" y="8641080"/>
            <a:ext cx="4783074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8759952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448" y="9025128"/>
            <a:ext cx="43258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鼻の長さが変わるだけで“顔が小さく見える”と驚かれました。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02｜中顔面短縮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03 ／ Baby &amp;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ACR改善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お悩み：小鼻・鼻の穴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454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5052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1901952"/>
            <a:ext cx="493776" cy="137160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901952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856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4454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4454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5052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5052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83280"/>
            <a:ext cx="493776" cy="13716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83280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3856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454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454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15052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5052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92040"/>
            <a:ext cx="6428994" cy="6400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8348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4892040"/>
            <a:ext cx="460019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6928" y="553212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ACR（鼻翼縁挙上）＋鼻尖形成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6928" y="699516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995160"/>
            <a:ext cx="73152" cy="15544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7488936"/>
            <a:ext cx="266585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8585" y="6995160"/>
            <a:ext cx="3077337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4617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7452360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79278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4617" y="822045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8641080"/>
            <a:ext cx="1417320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9409176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12848" y="8641080"/>
            <a:ext cx="4783074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8759952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448" y="9025128"/>
            <a:ext cx="43258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正面の印象が“あざと可愛く”なる、繊細な調整です。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03｜ACR改善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04 ／ Baby &amp;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小鼻縮小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お悩み：鼻の穴・小鼻が目立つ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30代／横顔：半ラウンド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454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5052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1901952"/>
            <a:ext cx="493776" cy="137160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901952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856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4454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4454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5052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5052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83280"/>
            <a:ext cx="493776" cy="13716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83280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3856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454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454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15052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5052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92040"/>
            <a:ext cx="6428994" cy="6400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8348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4892040"/>
            <a:ext cx="460019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小鼻の広がりだけを抑え、可愛い印象を壊さない引き算の設計。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6928" y="553212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小鼻縮小（内側＋外側）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（材料なし） ／ 局所麻酔（ご希望で静脈麻酔）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腫れ・内出血は軽め／抜糸5〜7日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6928" y="699516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995160"/>
            <a:ext cx="73152" cy="15544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7488936"/>
            <a:ext cx="266585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8585" y="6995160"/>
            <a:ext cx="3077337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4617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7452360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¥330,000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79278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¥5,900〜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4617" y="822045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8641080"/>
            <a:ext cx="1417320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9409176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12848" y="8641080"/>
            <a:ext cx="4783074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8759952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448" y="9025128"/>
            <a:ext cx="43258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“小さくしすぎない”のがポイント。正面の余白だけ整えました。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04｜小鼻縮小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51760"/>
            <a:ext cx="642899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40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B0934E"/>
                </a:solidFill>
                <a:latin typeface="游明朝"/>
                <a:ea typeface="游明朝"/>
              </a:rPr>
              <a:t>― 忘れ鼻・大人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7200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“忘れ鼻”と“横顔の品格”を追求したナチュラル美デザイン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760720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76072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短鼻解消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5760720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鼻先から鼻先まで、自然な向きと高さに整える。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6510528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6510528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拘縮鼻修正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6510528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拘縮した鼻を肋軟骨で鼻中隔延長し、立体感を取り戻す。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7260336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7260336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半ラウンド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7260336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自然なカーブを残し、大人の落ち着いた雰囲気に。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8010144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8010144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わし鼻・ハンプ解消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8010144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鼻筋の出っ張りを削り、まっすぐで上品な横顔ラインに。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デザインカタログ｜Elegant &amp; Straight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05 ／ Elegant &amp; Straight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短鼻解消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印象：忘れ鼻・大人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お悩み：豚鼻・アップノーズ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454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5052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1901952"/>
            <a:ext cx="493776" cy="137160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901952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856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4454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4454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5052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5052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83280"/>
            <a:ext cx="493776" cy="13716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83280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3856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454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454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15052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5052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92040"/>
            <a:ext cx="6428994" cy="6400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8348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4892040"/>
            <a:ext cx="460019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鼻先から鼻先まで、自然な向きと高さに整える。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6928" y="553212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6928" y="699516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995160"/>
            <a:ext cx="73152" cy="15544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7488936"/>
            <a:ext cx="266585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・延長量により後戻り・知覚の鈍さが出ることがあります
・効果に個人差があり、修正が必要な場合があります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8585" y="6995160"/>
            <a:ext cx="3077337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4617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7452360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79278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4617" y="822045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8641080"/>
            <a:ext cx="1417320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9409176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12848" y="8641080"/>
            <a:ext cx="4783074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8759952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448" y="9025128"/>
            <a:ext cx="43258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上向きの鼻先を自然に下ろし、横顔の印象が一段上がりました。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05｜短鼻解消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06 ／ Elegant &amp; Straight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拘縮鼻修正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印象：忘れ鼻・大人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お悩み：拘縮鼻・他院修正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454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5052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1901952"/>
            <a:ext cx="493776" cy="137160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901952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856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4454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4454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5052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5052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83280"/>
            <a:ext cx="493776" cy="13716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83280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3856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454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454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15052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5052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92040"/>
            <a:ext cx="6428994" cy="6400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8348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4892040"/>
            <a:ext cx="460019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拘縮した鼻を肋軟骨で鼻中隔延長し、立体感を取り戻す。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6928" y="553212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他院修正＋肋軟骨移植（鼻中隔延長）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自家組織（肋軟骨） ／ 全身麻酔または静脈麻酔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腫れのピーク1週前後／ギプス固定約7日／採取部の痛み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6928" y="699516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995160"/>
            <a:ext cx="73152" cy="15544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7488936"/>
            <a:ext cx="266585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・肋軟骨採取部の傷あと・痛み・気胸（稀）
・難症例のため効果に個人差があり、追加修正の可能性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8585" y="6995160"/>
            <a:ext cx="3077337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4617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7452360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¥880,000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79278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¥15,800〜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4617" y="822045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8641080"/>
            <a:ext cx="1417320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9409176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12848" y="8641080"/>
            <a:ext cx="4783074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8759952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448" y="9025128"/>
            <a:ext cx="43258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難しい拘縮も、肋軟骨でしっかり土台から作り直せます。※修正は鉄Drと連携。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06｜拘縮鼻修正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07 ／ Elegant &amp; Straight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半ラウンド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印象：忘れ鼻・大人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お悩み：横顔の品格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40代／横顔：半ラウンド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454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5052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1901952"/>
            <a:ext cx="493776" cy="137160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901952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856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4454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4454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5052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5052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83280"/>
            <a:ext cx="493776" cy="13716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83280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3856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454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454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15052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5052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92040"/>
            <a:ext cx="6428994" cy="6400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8348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4892040"/>
            <a:ext cx="460019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自然なカーブを残し、大人の落ち着いた雰囲気に。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6928" y="553212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鼻尖形成＋ヒアルロン酸 or プロテーゼ調整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プロテーゼ（シリコン）／必要に応じ自家組織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6928" y="699516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995160"/>
            <a:ext cx="73152" cy="15544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7488936"/>
            <a:ext cx="266585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・効果に個人差があり、入れ替えが必要な場合があります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8585" y="6995160"/>
            <a:ext cx="3077337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4617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7452360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¥480,000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79278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¥8,500〜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4617" y="822045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8641080"/>
            <a:ext cx="1417320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9409176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12848" y="8641080"/>
            <a:ext cx="4783074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8759952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448" y="9025128"/>
            <a:ext cx="43258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“やりすぎない”半ラウンドが、大人の品格をつくります。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07｜半ラウンド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08 ／ Elegant &amp; Straight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わし鼻・ハンプ解消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印象：忘れ鼻・大人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お悩み：わし鼻・ハンプ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40代／横顔：ストレート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454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5052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1901952"/>
            <a:ext cx="493776" cy="137160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901952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856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4454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4454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5052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5052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83280"/>
            <a:ext cx="493776" cy="13716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83280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3856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454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454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15052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5052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92040"/>
            <a:ext cx="6428994" cy="6400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8348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4892040"/>
            <a:ext cx="460019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鼻筋の出っ張りを削り、まっすぐで上品な横顔ラインに。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6928" y="553212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6928" y="699516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995160"/>
            <a:ext cx="73152" cy="15544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7488936"/>
            <a:ext cx="266585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・骨切り部の段差・左右差が生じる可能性
・効果に個人差があります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8585" y="6995160"/>
            <a:ext cx="3077337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4617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7452360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79278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4617" y="822045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8641080"/>
            <a:ext cx="1417320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9409176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12848" y="8641080"/>
            <a:ext cx="4783074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8759952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448" y="9025128"/>
            <a:ext cx="43258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横顔の“引っかかり”が消えると、品が一気に出ます。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08｜わし鼻・ハンプ解消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51760"/>
            <a:ext cx="642899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40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B0934E"/>
                </a:solidFill>
                <a:latin typeface="游明朝"/>
                <a:ea typeface="游明朝"/>
              </a:rPr>
              <a:t>― 華やか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7200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“圧倒的な高さ”と“Eライン”を完成させるフルオーダーデザイン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760720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76072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団子鼻解消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5760720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鼻翼から鼻先までシャープな印象に引き締める。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6510528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6510528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華やか鼻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6510528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鼻先をシャープに調整し、凹凸改善まで一気に実現。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7260336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7260336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貴族手術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7260336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鼻根部から持ち上げ、横顔の表現力（Eライン）を演出。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8010144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8010144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8010144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鼻先の溝や凹凸をならし、なめらかで華やかな横顔に。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デザインカタログ｜Dramatic &amp; Glamorous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09 ／ Dramatic &amp; Glamorous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団子鼻解消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お悩み：団子鼻・鼻先の丸み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454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5052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1901952"/>
            <a:ext cx="493776" cy="137160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901952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856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4454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4454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5052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5052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83280"/>
            <a:ext cx="493776" cy="13716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83280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3856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454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454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15052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5052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92040"/>
            <a:ext cx="6428994" cy="6400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8348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4892040"/>
            <a:ext cx="460019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鼻翼から鼻先までシャープな印象に引き締める。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6928" y="553212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鼻尖形成＋鼻尖縮小（クローズド法）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6928" y="699516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995160"/>
            <a:ext cx="73152" cy="15544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7488936"/>
            <a:ext cx="266585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8585" y="6995160"/>
            <a:ext cx="3077337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4617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7452360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79278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4617" y="822045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8641080"/>
            <a:ext cx="1417320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9409176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12848" y="8641080"/>
            <a:ext cx="4783074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8759952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448" y="9025128"/>
            <a:ext cx="43258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丸い鼻先がシャープになるだけで、顔全体が華やかに。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09｜団子鼻解消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10 ／ Dramatic &amp; Glamorous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華やか鼻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お悩み：ハーフ顔・主役級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454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5052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1901952"/>
            <a:ext cx="493776" cy="137160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901952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856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4454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4454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5052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5052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83280"/>
            <a:ext cx="493776" cy="13716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83280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3856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454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454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15052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5052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92040"/>
            <a:ext cx="6428994" cy="6400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8348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4892040"/>
            <a:ext cx="460019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鼻先をシャープに調整し、凹凸改善まで一気に実現。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6928" y="553212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隆鼻（プロテーゼ）＋鼻尖形成＋鼻中隔延長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プロテーゼ＋自家組織（鼻中隔軟骨）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腫れのピーク3〜6日／ギプス固定約7日／1〜3ヶ月で自然に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6928" y="699516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995160"/>
            <a:ext cx="73152" cy="15544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7488936"/>
            <a:ext cx="266585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・効果に個人差があり、抜去や入れ替えが必要な場合があります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8585" y="6995160"/>
            <a:ext cx="3077337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4617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7452360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¥660,000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79278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¥11,800〜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4617" y="822045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8641080"/>
            <a:ext cx="1417320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9409176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12848" y="8641080"/>
            <a:ext cx="4783074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8759952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448" y="9025128"/>
            <a:ext cx="43258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高さと鼻先を同時に設計して、主役級のハーフ顔に。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10｜華やか鼻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11 ／ Dramatic &amp; Glamorous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貴族手術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お悩み：Eライン・横顔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454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5052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1901952"/>
            <a:ext cx="493776" cy="137160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901952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856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4454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4454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5052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5052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83280"/>
            <a:ext cx="493776" cy="13716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83280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3856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454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454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15052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5052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92040"/>
            <a:ext cx="6428994" cy="6400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8348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4892040"/>
            <a:ext cx="460019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鼻根部から持ち上げ、横顔の表現力（Eライン）を演出。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6928" y="553212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貴族手術（鼻基底）＋隆鼻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プロテーゼ／ヒアルロン酸／自家組織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腫れのピーク3〜6日／内出血が出ることがあります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6928" y="699516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995160"/>
            <a:ext cx="73152" cy="15544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7488936"/>
            <a:ext cx="266585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・左右差・吸収（ヒアルロン酸の場合）の可能性
・効果に個人差があります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8585" y="6995160"/>
            <a:ext cx="3077337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4617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7452360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79278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4617" y="822045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8641080"/>
            <a:ext cx="1417320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9409176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12848" y="8641080"/>
            <a:ext cx="4783074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8759952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448" y="9025128"/>
            <a:ext cx="43258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鼻の付け根を起こすと、Eラインと立体感が一気に出ます。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11｜貴族手術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12 ／ Dramatic &amp; Glamorous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お悩み：鼻先の溝・凹凸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454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5052" y="1627632"/>
            <a:ext cx="188087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1901952"/>
            <a:ext cx="493776" cy="1371600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901952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3856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4454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4454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5052" y="1901952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5052" y="1901952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83280"/>
            <a:ext cx="493776" cy="137160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83280"/>
            <a:ext cx="56692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游ゴシック"/>
                <a:ea typeface="游ゴシック"/>
              </a:rPr>
              <a:t>施術後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3856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3856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24454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4454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15052" y="3383280"/>
            <a:ext cx="1880870" cy="1371600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15052" y="3383280"/>
            <a:ext cx="188087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892040"/>
            <a:ext cx="6428994" cy="6400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8348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7128" y="4892040"/>
            <a:ext cx="460019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鼻先の溝や凹凸をならし、なめらかで華やかな横顔に。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6928" y="553212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566928" y="6995160"/>
            <a:ext cx="3077337" cy="15544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995160"/>
            <a:ext cx="73152" cy="15544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7488936"/>
            <a:ext cx="266585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・左右差、移植軟骨の輪郭が出る可能性
・効果に個人差があります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8585" y="6995160"/>
            <a:ext cx="3077337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4617" y="7141464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費用（税込・総額）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7452360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¥460,000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79278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¥8,200〜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4617" y="822045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※お支払い例（60回）。金利・回数で変動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8641080"/>
            <a:ext cx="1417320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" y="8750808"/>
            <a:ext cx="914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9409176"/>
            <a:ext cx="1417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12848" y="8641080"/>
            <a:ext cx="4783074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8759952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448" y="9025128"/>
            <a:ext cx="43258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光の当たる鼻先の凹凸をならすと、写真映えが変わります。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12｜鼻先の溝・凹凸の解消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PATIENT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ある患者さまの3ヶ月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「華やか鼻」を選ばれた20代の方の、相談から3ヶ月までの実際の経過です。ダウンタイムのリアルを、ご本人のインタビュー動画と合わせてご覧ください。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1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相談・デザイン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514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2514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ベクトラ（3Dシミュレーション）で“なりたい鼻”をその場で確認。クローズド法で計画。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2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手術当日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4290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7168" y="34290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静脈麻酔下で約60〜90分。日帰り。ギプスで固定して帰宅。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3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翌日〜3日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43434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43434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腫れ・内出血のピーク。痛みは内服でコントロール。マスクで通勤可。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2578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4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1週間（ギプスオフ）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58568" y="52578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7168" y="52578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ギプスを外し、メイクOK。むくみは残るが“鼻が高くなった”を実感。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61722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1722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5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1ヶ月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58568" y="61722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61722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腫れの大半が引く。横顔のラインが整い、周囲に気づかれにくい自然さに。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7086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7086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6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3ヶ月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58568" y="7086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7168" y="7086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完成。「自分史上いちばん好きな横顔」とご本人。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809244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1248" y="8339328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833932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84248" y="8385048"/>
            <a:ext cx="469163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▶ この方のインタビューを見る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「ダウンタイムが思ったより楽だった」「もっと早く受ければよかった」——ご本人の言葉でどうぞ。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デザインカタログ｜ある患者さまの3ヶ月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WHY Dr.HANE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なぜ、Dr.羽根なのか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“盛る”のではなく、“似合う”を自然に。他院と比べて迷っている方へ、Dr.羽根の4つの約束です。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傷が残らないクローズド法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鼻の穴の中から手術。外からの傷あとを残さず、ダウンタイムにも配慮した設計。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“やりすぎない”自然さ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「整形した？」と聞かれない自然さを最優先。お顔全体のバランスから逆算してデザイン。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ベクトラ3Dシミュレーション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全カウンセリングで“なりたい鼻”をその場で可視化。仕上がりのイメージを共有してから決定。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8585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8585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2905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2905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豊富な症例と修正対応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2905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5周年・多数の症例実績。難症例・他院修正は鼻修正専門のDr.鉄と連携し、院全体で対応。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183879"/>
            <a:ext cx="6428994" cy="13258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8385047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先生のひとこと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8714231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游明朝"/>
                <a:ea typeface="游明朝"/>
              </a:rPr>
              <a:t>「良い症例」だけでなく「起こりうること」まで知って納得していただく。それが、やりすぎない鼻整形の出発点です。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デザインカタログ｜なぜ、Dr.羽根なのか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リスク・副作用・修正について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どの症例にも共通するリスクと、当院の修正・アフターケアの考え方です。手術前に必ずご確認ください。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6428994" cy="23774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鼻整形に共通するリスク・副作用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腫れ・内出血・痛み（通常は数日〜2週間で軽快）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185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感染・血腫（適切な処置が必要な場合があります）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左右差・知覚の鈍さ（一時的なことが多いが残る場合も）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185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プロテーゼのズレ・露出・輪郭の浮き出し（人工物使用時）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傷あと・拘縮（時間経過で目立ちにくくなることが多い）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185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仕上がりの個人差・後戻り（修正が必要な場合があります）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肋軟骨採取部の痛み・傷あと・気胸（肋軟骨使用時／稀）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7185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麻酔に伴う合併症（静脈麻酔・全身麻酔）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29200"/>
            <a:ext cx="6428994" cy="1920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23036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当院の修正・アフターケア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50992"/>
            <a:ext cx="578891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・術後の経過診察は無料で対応します。
・感染・トラブル時の処置体制を整えています。
・一定期間内の修正対応の有無・条件は、カウンセリングで明確にお伝えします。
・拘縮鼻・他院修正など難症例は、鼻修正専門のDr.鉄と連携して対応します。
※保証内容は術式により異なります。詳細は同意書・契約時にご確認ください。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7269480"/>
            <a:ext cx="6428994" cy="2194560"/>
          </a:xfrm>
          <a:prstGeom prst="roundRect">
            <a:avLst/>
          </a:prstGeom>
          <a:solidFill>
            <a:srgbClr val="FDFBF6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749808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8C7339"/>
                </a:solidFill>
                <a:latin typeface="游明朝"/>
                <a:ea typeface="游明朝"/>
              </a:rPr>
              <a:t>納得してから、決めてください。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7955280"/>
            <a:ext cx="56974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私たちのカウンセリングは、契約のためではなく“あなたにとっての最善を一緒に考える”時間です。「今日決めなくては」という必要はありません。ベクトラのシミュレーション画像はお持ち帰りいただけます。ご家族と相談したい、他院と比べたい——どうぞ遠慮なく。納得いただけたときが、ベストなタイミングで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デザインカタログ｜リスク・副作用・修正について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料金・月々のお支払い目安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代表的な術式の目安です。組み合わせ・状態により変動します。正式なお見積りはカウンセリングで提示します。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6428993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1735828"/>
                <a:gridCol w="1478668"/>
              </a:tblGrid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術式 ／ デザイン</a:t>
                      </a:r>
                    </a:p>
                  </a:txBody>
                  <a:tcPr anchor="ctr" marL="80000" marR="80000" marT="28000" marB="2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総額（税込）</a:t>
                      </a:r>
                    </a:p>
                  </a:txBody>
                  <a:tcPr anchor="ctr" marL="80000" marR="80000" marT="28000" marB="2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月々（60回）</a:t>
                      </a:r>
                    </a:p>
                  </a:txBody>
                  <a:tcPr anchor="ctr" marL="80000" marR="80000" marT="28000" marB="28000">
                    <a:solidFill>
                      <a:srgbClr val="B0934E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¥5,900〜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鼻尖形成（団子鼻・鼻先）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ハンプ切除（わし鼻）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中顔面短縮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鼻中隔延長（短鼻・延長）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鼻フルコース（隆鼻＋鼻尖＋延長）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¥660,000〜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¥11,800〜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肋軟骨移植・拘縮/他院修正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¥880,000〜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¥15,800〜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400800"/>
            <a:ext cx="6428994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660196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お支払いについて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949440"/>
            <a:ext cx="569747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現金・各種クレジットカード・医療ローン（分割）に対応。月々はローン60回払いの一例です。麻酔・薬・術後の診察を含む「総額」と、ご予算に合わせた月々のプランをカウンセリングでご提案します。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8001000"/>
            <a:ext cx="642899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※ 上記は手術料金の目安です。鼻整形は自由診療（保険適用外）です。
※ 月々の金額は金利・支払回数により変動します。実際のお支払い例は店頭でご確認ください。
※ 5周年キャンペーン等の最新情報は @zetith_hane / 院内にてご案内します。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デザインカタログ｜料金・月々のお支払い目安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326"/>
                </a:solidFill>
                <a:latin typeface="游明朝"/>
                <a:ea typeface="游明朝"/>
              </a:rPr>
              <a:t>「気になる症例があった」「自分はどのデザインが似合う？」——その段階で大歓迎です。
まずはカウンセリングで、ベクトラの3Dシミュレーションを無料でお試しください。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無料カウンセリング＋3Dシミュ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ベクトラで“なりたい鼻”をその場で確認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8585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8585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2905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クローズド法のスペシャリスト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2905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傷を残さず、自然な仕上がりを設計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豊富な症例・5周年の実績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印象別・お悩み別の確かなデザイン力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8585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8585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92905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修正・他院修正にも対応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2905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Dr.鉄と連携し院全体でフォロー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32120"/>
            <a:ext cx="6428994" cy="31546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852160"/>
            <a:ext cx="36857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6446520"/>
            <a:ext cx="350291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Instagram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游明朝"/>
                <a:ea typeface="游明朝"/>
              </a:rPr>
              <a:t>@zetith_hane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>
                <a:solidFill>
                  <a:srgbClr val="3A3326"/>
                </a:solidFill>
                <a:latin typeface="游ゴシック"/>
                <a:ea typeface="游ゴシック"/>
              </a:rPr>
              <a:t> 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ゴシック"/>
                <a:ea typeface="游ゴシック"/>
              </a:rPr>
              <a:t>Zetith Beauty Clinic 福岡院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BC1AD"/>
                </a:solidFill>
                <a:latin typeface="游ゴシック"/>
                <a:ea typeface="游ゴシック"/>
              </a:rPr>
              <a:t>天神駅より徒歩6分　／　Dr. 羽瀬 和秀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7122" y="6035040"/>
            <a:ext cx="1463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7122" y="603504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予約はこちら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772400"/>
            <a:ext cx="2286000" cy="50292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</a:rPr>
              <a:t>WEB / LINEで予約する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47288" y="7772400"/>
            <a:ext cx="2286000" cy="502920"/>
          </a:xfrm>
          <a:prstGeom prst="roundRect">
            <a:avLst/>
          </a:prstGeom>
          <a:solidFill>
            <a:srgbClr val="26221B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カウンセリング優先案内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デザインカタログ｜ご予約・ご相談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